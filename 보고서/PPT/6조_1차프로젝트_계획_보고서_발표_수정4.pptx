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0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howGuides="1">
      <p:cViewPr varScale="1">
        <p:scale>
          <a:sx n="75" d="100"/>
          <a:sy n="75" d="100"/>
        </p:scale>
        <p:origin x="84" y="444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2024-07-14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840992-A2F5-42B7-8FDA-0C4D99C832CD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4552" y="6537029"/>
            <a:ext cx="911510" cy="20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Relationship Id="rId1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3" Type="http://schemas.openxmlformats.org/officeDocument/2006/relationships/image" Target="../media/image3.svg"/><Relationship Id="rId21" Type="http://schemas.openxmlformats.org/officeDocument/2006/relationships/image" Target="../media/image34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" Type="http://schemas.openxmlformats.org/officeDocument/2006/relationships/image" Target="../media/image2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10" Type="http://schemas.openxmlformats.org/officeDocument/2006/relationships/image" Target="../media/image23.png"/><Relationship Id="rId19" Type="http://schemas.openxmlformats.org/officeDocument/2006/relationships/image" Target="../media/image32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13" Type="http://schemas.openxmlformats.org/officeDocument/2006/relationships/image" Target="../media/image46.png"/><Relationship Id="rId18" Type="http://schemas.openxmlformats.org/officeDocument/2006/relationships/image" Target="../media/image3.svg"/><Relationship Id="rId3" Type="http://schemas.openxmlformats.org/officeDocument/2006/relationships/image" Target="../media/image36.svg"/><Relationship Id="rId7" Type="http://schemas.openxmlformats.org/officeDocument/2006/relationships/image" Target="../media/image40.png"/><Relationship Id="rId12" Type="http://schemas.openxmlformats.org/officeDocument/2006/relationships/image" Target="../media/image45.svg"/><Relationship Id="rId17" Type="http://schemas.openxmlformats.org/officeDocument/2006/relationships/image" Target="../media/image2.png"/><Relationship Id="rId2" Type="http://schemas.openxmlformats.org/officeDocument/2006/relationships/image" Target="../media/image35.png"/><Relationship Id="rId16" Type="http://schemas.openxmlformats.org/officeDocument/2006/relationships/image" Target="../media/image49.svg"/><Relationship Id="rId20" Type="http://schemas.openxmlformats.org/officeDocument/2006/relationships/image" Target="../media/image51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svg"/><Relationship Id="rId19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svg"/><Relationship Id="rId18" Type="http://schemas.openxmlformats.org/officeDocument/2006/relationships/image" Target="../media/image62.png"/><Relationship Id="rId3" Type="http://schemas.openxmlformats.org/officeDocument/2006/relationships/image" Target="../media/image36.svg"/><Relationship Id="rId7" Type="http://schemas.openxmlformats.org/officeDocument/2006/relationships/image" Target="../media/image53.svg"/><Relationship Id="rId12" Type="http://schemas.openxmlformats.org/officeDocument/2006/relationships/image" Target="../media/image58.png"/><Relationship Id="rId17" Type="http://schemas.openxmlformats.org/officeDocument/2006/relationships/image" Target="../media/image41.svg"/><Relationship Id="rId2" Type="http://schemas.openxmlformats.org/officeDocument/2006/relationships/image" Target="../media/image35.png"/><Relationship Id="rId16" Type="http://schemas.openxmlformats.org/officeDocument/2006/relationships/image" Target="../media/image40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png"/><Relationship Id="rId11" Type="http://schemas.openxmlformats.org/officeDocument/2006/relationships/image" Target="../media/image57.svg"/><Relationship Id="rId5" Type="http://schemas.openxmlformats.org/officeDocument/2006/relationships/image" Target="../media/image39.svg"/><Relationship Id="rId15" Type="http://schemas.openxmlformats.org/officeDocument/2006/relationships/image" Target="../media/image61.svg"/><Relationship Id="rId10" Type="http://schemas.openxmlformats.org/officeDocument/2006/relationships/image" Target="../media/image56.png"/><Relationship Id="rId19" Type="http://schemas.openxmlformats.org/officeDocument/2006/relationships/image" Target="../media/image63.svg"/><Relationship Id="rId4" Type="http://schemas.openxmlformats.org/officeDocument/2006/relationships/image" Target="../media/image38.png"/><Relationship Id="rId9" Type="http://schemas.openxmlformats.org/officeDocument/2006/relationships/image" Target="../media/image55.svg"/><Relationship Id="rId1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36.svg"/><Relationship Id="rId7" Type="http://schemas.openxmlformats.org/officeDocument/2006/relationships/image" Target="../media/image66.svg"/><Relationship Id="rId12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70.svg"/><Relationship Id="rId5" Type="http://schemas.openxmlformats.org/officeDocument/2006/relationships/image" Target="../media/image65.svg"/><Relationship Id="rId10" Type="http://schemas.openxmlformats.org/officeDocument/2006/relationships/image" Target="../media/image69.png"/><Relationship Id="rId4" Type="http://schemas.openxmlformats.org/officeDocument/2006/relationships/image" Target="../media/image64.png"/><Relationship Id="rId9" Type="http://schemas.openxmlformats.org/officeDocument/2006/relationships/image" Target="../media/image6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6.svg"/><Relationship Id="rId4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1177898"/>
            <a:chOff x="6747213" y="1370504"/>
            <a:chExt cx="4736481" cy="1177898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한국정보교육원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738664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벽돌 깨기 웹게임 개발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21662" t="1" b="17379"/>
          <a:stretch/>
        </p:blipFill>
        <p:spPr>
          <a:xfrm>
            <a:off x="0" y="1216705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795944" y="4036068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6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김김이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김경훈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이은비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김규택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김경훈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819A9C1C-0662-4499-B8DE-51A372C7FDBA}"/>
              </a:ext>
            </a:extLst>
          </p:cNvPr>
          <p:cNvPicPr>
            <a:picLocks noChangeAspect="1"/>
          </p:cNvPicPr>
          <p:nvPr/>
        </p:nvPicPr>
        <p:blipFill>
          <a:blip r:embed="rId1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2110" y="6248042"/>
            <a:ext cx="1793952" cy="40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824" y="38772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633979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7168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43845" cy="584775"/>
            <a:chOff x="6242109" y="4773997"/>
            <a:chExt cx="3078371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6835591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시나리오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1" y="2921071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4" y="5199830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2" y="4659684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-1" y="3018378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3" y="1997405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2" y="2070157"/>
            <a:ext cx="2122307" cy="3863473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3741" y="2070158"/>
            <a:ext cx="2133249" cy="3817026"/>
            <a:chOff x="501798" y="2373418"/>
            <a:chExt cx="2133249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626300"/>
              <a:ext cx="2133249" cy="3550843"/>
              <a:chOff x="541891" y="2626300"/>
              <a:chExt cx="2133249" cy="3550843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52833" y="2626300"/>
                <a:ext cx="2122307" cy="3512031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66883" y="2087840"/>
            <a:ext cx="2142110" cy="3806004"/>
            <a:chOff x="2764366" y="2373418"/>
            <a:chExt cx="2142110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64366" y="2609362"/>
              <a:ext cx="2142110" cy="3567781"/>
              <a:chOff x="2796078" y="2609362"/>
              <a:chExt cx="2142110" cy="3567781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796078" y="2609362"/>
                <a:ext cx="2122307" cy="3464833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2" y="2117834"/>
                <a:ext cx="667575" cy="698545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07" y="4304271"/>
              <a:ext cx="2122307" cy="13103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Canvas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API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사용하여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게임 내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Objects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를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JQuery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구현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레이아웃 및 상호작용을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Bootstrap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을 포함한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HTML,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CSS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구현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6641" y="2098569"/>
            <a:ext cx="2162305" cy="3835061"/>
            <a:chOff x="5066540" y="2373418"/>
            <a:chExt cx="216230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96932"/>
              <a:ext cx="2162305" cy="3580211"/>
              <a:chOff x="541891" y="2596932"/>
              <a:chExt cx="2162305" cy="3580211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81889" y="2596932"/>
                <a:ext cx="2122307" cy="3580211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배경 기술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79126" y="4208095"/>
              <a:ext cx="2122307" cy="17001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도구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VSCode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개발 언어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&amp;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프레임워크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-HTML5, CSS3, Javascript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-Bootstrap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en-US" altLang="ko-KR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JQuery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21384" y="2070157"/>
            <a:ext cx="2145598" cy="3863473"/>
            <a:chOff x="9631283" y="2373418"/>
            <a:chExt cx="2145598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3654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54574" y="4226289"/>
              <a:ext cx="2122307" cy="6908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간단한 </a:t>
              </a:r>
              <a:r>
                <a:rPr lang="ko-KR" altLang="en-US" sz="1200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웹페이지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구현으로 개인별 기술 스택 점검 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협업 능력 향상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832EDE8-4F26-8DFD-4E54-9E0145854A7B}"/>
              </a:ext>
            </a:extLst>
          </p:cNvPr>
          <p:cNvSpPr txBox="1"/>
          <p:nvPr/>
        </p:nvSpPr>
        <p:spPr>
          <a:xfrm>
            <a:off x="511024" y="4015901"/>
            <a:ext cx="2122307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물리 엔진을 사용하지 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않고 물리 법칙이 적용된 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웹 기반 게임 구현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6982FB-7CE7-35A3-9648-97A5E0DEA2D5}"/>
              </a:ext>
            </a:extLst>
          </p:cNvPr>
          <p:cNvSpPr txBox="1"/>
          <p:nvPr/>
        </p:nvSpPr>
        <p:spPr>
          <a:xfrm>
            <a:off x="7406592" y="3920770"/>
            <a:ext cx="2122307" cy="1090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프론트 엔드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-HTML, CSS, JS</a:t>
            </a: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테스트 환경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rPr>
              <a:t>-live server</a:t>
            </a: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BDFBBF1-E84A-9DDF-73E2-960C99C4BAB5}"/>
              </a:ext>
            </a:extLst>
          </p:cNvPr>
          <p:cNvGrpSpPr/>
          <p:nvPr/>
        </p:nvGrpSpPr>
        <p:grpSpPr>
          <a:xfrm>
            <a:off x="486866" y="1928291"/>
            <a:ext cx="11218265" cy="378909"/>
            <a:chOff x="541891" y="2097591"/>
            <a:chExt cx="11218265" cy="3789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DE5DD20A-D98D-477C-D6C5-F50C33B663C9}"/>
                </a:ext>
              </a:extLst>
            </p:cNvPr>
            <p:cNvSpPr/>
            <p:nvPr/>
          </p:nvSpPr>
          <p:spPr>
            <a:xfrm>
              <a:off x="541891" y="2097591"/>
              <a:ext cx="11218265" cy="378909"/>
            </a:xfrm>
            <a:prstGeom prst="roundRect">
              <a:avLst/>
            </a:prstGeom>
            <a:solidFill>
              <a:srgbClr val="3378C8"/>
            </a:solidFill>
            <a:ln>
              <a:noFill/>
            </a:ln>
            <a:effectLst>
              <a:outerShdw dist="38100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67EBB8-F256-651E-8870-1A2D77D8249A}"/>
                </a:ext>
              </a:extLst>
            </p:cNvPr>
            <p:cNvSpPr txBox="1"/>
            <p:nvPr/>
          </p:nvSpPr>
          <p:spPr>
            <a:xfrm>
              <a:off x="760387" y="2136129"/>
              <a:ext cx="547013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6</a:t>
              </a:r>
              <a:r>
                <a:rPr lang="ko-KR" altLang="en-US" sz="1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</a:p>
          </p:txBody>
        </p:sp>
      </p:grp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507223"/>
              </p:ext>
            </p:extLst>
          </p:nvPr>
        </p:nvGraphicFramePr>
        <p:xfrm>
          <a:off x="524528" y="2528900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김경훈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이은비</a:t>
                      </a:r>
                      <a:endParaRPr lang="ko-KR" altLang="en-US" sz="1600" b="1" i="0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  <a:endParaRPr lang="en-US" altLang="ko-KR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김규택</a:t>
                      </a:r>
                      <a:endParaRPr lang="ko-KR" altLang="en-US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김경훈</a:t>
                      </a:r>
                      <a:r>
                        <a:rPr lang="en-US" altLang="ko-KR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강사</a:t>
                      </a:r>
                      <a:r>
                        <a:rPr lang="en-US" altLang="ko-KR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endParaRPr lang="ko-KR" altLang="en-US" sz="1600" b="1" i="0" kern="120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4453" y="5933673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525872" y="3272959"/>
            <a:ext cx="2203949" cy="385186"/>
            <a:chOff x="4525872" y="3465937"/>
            <a:chExt cx="2203949" cy="385186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65937"/>
              <a:ext cx="1270665" cy="3851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4863253" y="3526713"/>
              <a:ext cx="186656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indent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게임 설계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85DB9036-58B9-295D-B4CC-A3EFD9142DF6}"/>
              </a:ext>
            </a:extLst>
          </p:cNvPr>
          <p:cNvGrpSpPr/>
          <p:nvPr/>
        </p:nvGrpSpPr>
        <p:grpSpPr>
          <a:xfrm>
            <a:off x="6096000" y="3272959"/>
            <a:ext cx="2274519" cy="385186"/>
            <a:chOff x="7579407" y="3465938"/>
            <a:chExt cx="2274519" cy="385186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559751F-6247-AD32-B4A0-3DA72EDF65A4}"/>
                </a:ext>
              </a:extLst>
            </p:cNvPr>
            <p:cNvSpPr/>
            <p:nvPr/>
          </p:nvSpPr>
          <p:spPr>
            <a:xfrm>
              <a:off x="7579407" y="3465938"/>
              <a:ext cx="2274519" cy="3851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EE6FB7C8-B9B4-50B1-FEB2-7CBC32B9A834}"/>
                </a:ext>
              </a:extLst>
            </p:cNvPr>
            <p:cNvSpPr/>
            <p:nvPr/>
          </p:nvSpPr>
          <p:spPr>
            <a:xfrm>
              <a:off x="7579407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A6939653-3B3C-D5B2-6EA2-213E296BF351}"/>
                </a:ext>
              </a:extLst>
            </p:cNvPr>
            <p:cNvSpPr txBox="1"/>
            <p:nvPr/>
          </p:nvSpPr>
          <p:spPr>
            <a:xfrm>
              <a:off x="7943460" y="3520030"/>
              <a:ext cx="19104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오브젝트 동적 로직 구현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525872" y="4065099"/>
            <a:ext cx="2146192" cy="35709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25872" y="4058572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227B33D-FA37-7FD5-4D04-ACA8DC6D3ADC}"/>
              </a:ext>
            </a:extLst>
          </p:cNvPr>
          <p:cNvSpPr txBox="1"/>
          <p:nvPr/>
        </p:nvSpPr>
        <p:spPr>
          <a:xfrm>
            <a:off x="4898656" y="4113657"/>
            <a:ext cx="1989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UI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오브젝트</a:t>
            </a:r>
            <a:r>
              <a: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디자인</a:t>
            </a:r>
            <a:endParaRPr lang="en-US" altLang="ko-KR" sz="12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93097" y="4142722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525872" y="4852693"/>
            <a:ext cx="3465999" cy="358636"/>
            <a:chOff x="4525872" y="5045671"/>
            <a:chExt cx="3465999" cy="358636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25872" y="5045671"/>
              <a:ext cx="2830268" cy="3586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4866679" y="5069537"/>
              <a:ext cx="31251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오브젝트 충돌 이벤트 로직 구현 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01888" y="5117551"/>
              <a:ext cx="219805" cy="201488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0C0E3E7-9FDB-37CF-3936-26B9B88D8B94}"/>
              </a:ext>
            </a:extLst>
          </p:cNvPr>
          <p:cNvGrpSpPr/>
          <p:nvPr/>
        </p:nvGrpSpPr>
        <p:grpSpPr>
          <a:xfrm>
            <a:off x="4525872" y="5618281"/>
            <a:ext cx="4226492" cy="358636"/>
            <a:chOff x="4525872" y="5811259"/>
            <a:chExt cx="4226492" cy="358636"/>
          </a:xfrm>
        </p:grpSpPr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19D2DE3A-159C-0678-7722-8165D6D67C45}"/>
                </a:ext>
              </a:extLst>
            </p:cNvPr>
            <p:cNvSpPr/>
            <p:nvPr/>
          </p:nvSpPr>
          <p:spPr>
            <a:xfrm>
              <a:off x="4525872" y="5811259"/>
              <a:ext cx="3226312" cy="35863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61E2BFB1-E502-EFDF-F184-F6517E943CFC}"/>
                </a:ext>
              </a:extLst>
            </p:cNvPr>
            <p:cNvSpPr/>
            <p:nvPr/>
          </p:nvSpPr>
          <p:spPr>
            <a:xfrm>
              <a:off x="4525872" y="5811259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9317FFBC-1EEA-B2D2-BB82-A575356B1646}"/>
                </a:ext>
              </a:extLst>
            </p:cNvPr>
            <p:cNvSpPr txBox="1"/>
            <p:nvPr/>
          </p:nvSpPr>
          <p:spPr>
            <a:xfrm>
              <a:off x="4898656" y="5852537"/>
              <a:ext cx="385370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주제 선정 피드백</a:t>
              </a:r>
              <a:r>
                <a: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질의응답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8" name="그래픽 187">
              <a:extLst>
                <a:ext uri="{FF2B5EF4-FFF2-40B4-BE49-F238E27FC236}">
                  <a16:creationId xmlns:a16="http://schemas.microsoft.com/office/drawing/2014/main" id="{0B218DBD-C891-ACA9-3D98-24305179C3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6764" y="5897394"/>
              <a:ext cx="186838" cy="182946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4820809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2700000">
            <a:off x="11833039" y="4869517"/>
            <a:ext cx="154011" cy="154011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6580C40C-CE62-D6DB-B179-31E1A33FC6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5414" y="3374052"/>
            <a:ext cx="219805" cy="201488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F1066B21-0D79-8256-5B4A-B35CDA5F1182}"/>
              </a:ext>
            </a:extLst>
          </p:cNvPr>
          <p:cNvGrpSpPr/>
          <p:nvPr/>
        </p:nvGrpSpPr>
        <p:grpSpPr>
          <a:xfrm>
            <a:off x="6902237" y="4058572"/>
            <a:ext cx="3465999" cy="367540"/>
            <a:chOff x="4525872" y="5036767"/>
            <a:chExt cx="3465999" cy="367540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D044201-6DC2-3EDE-1C4C-6F09F3A0EAFE}"/>
                </a:ext>
              </a:extLst>
            </p:cNvPr>
            <p:cNvSpPr/>
            <p:nvPr/>
          </p:nvSpPr>
          <p:spPr>
            <a:xfrm>
              <a:off x="4525872" y="5036767"/>
              <a:ext cx="2506131" cy="3675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C182CF42-ACCF-82EC-61BC-8F5BC126039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6881D56-69C3-D810-477F-7F396C3981C2}"/>
                </a:ext>
              </a:extLst>
            </p:cNvPr>
            <p:cNvSpPr txBox="1"/>
            <p:nvPr/>
          </p:nvSpPr>
          <p:spPr>
            <a:xfrm>
              <a:off x="4866679" y="5069537"/>
              <a:ext cx="312519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상호작용 이벤트 로직 구현</a:t>
              </a:r>
              <a:endParaRPr lang="en-US" altLang="ko-KR" sz="12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32" name="그래픽 31">
              <a:extLst>
                <a:ext uri="{FF2B5EF4-FFF2-40B4-BE49-F238E27FC236}">
                  <a16:creationId xmlns:a16="http://schemas.microsoft.com/office/drawing/2014/main" id="{F464E3CF-840D-CA14-370A-4D4125E7A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601888" y="5117551"/>
              <a:ext cx="219805" cy="201488"/>
            </a:xfrm>
            <a:prstGeom prst="rect">
              <a:avLst/>
            </a:prstGeom>
          </p:spPr>
        </p:pic>
      </p:grpSp>
      <p:pic>
        <p:nvPicPr>
          <p:cNvPr id="52" name="그림 51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0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108257" y="5176925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198394"/>
              </p:ext>
            </p:extLst>
          </p:nvPr>
        </p:nvGraphicFramePr>
        <p:xfrm>
          <a:off x="486867" y="1998019"/>
          <a:ext cx="11218265" cy="4739286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242153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580620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1900720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9831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5028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07/12(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07/12(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105131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설계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07/12(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07/13(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기존에 개발된 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게임 참조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99242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07/15(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07/20(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중간 점검 및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단위 테스트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6463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검수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07/20(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07/20(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토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50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발표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07/22(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07/22(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5028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07/12(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07/21(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964" y="4910855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11824" y="2523959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21450" y="2523959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13686" y="3117826"/>
            <a:ext cx="1523570" cy="326913"/>
            <a:chOff x="4574111" y="3841157"/>
            <a:chExt cx="1523570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1523570" cy="326913"/>
              <a:chOff x="4665551" y="3307757"/>
              <a:chExt cx="1523570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521889" cy="326913"/>
                <a:chOff x="4665552" y="3307757"/>
                <a:chExt cx="1629111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20672"/>
                  <a:ext cx="1629111" cy="3457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4989097" y="3337956"/>
                <a:ext cx="120002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시나리오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4511824" y="3556320"/>
            <a:ext cx="1629902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설계 내용 검토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6375532" y="4068280"/>
            <a:ext cx="2199309" cy="336631"/>
            <a:chOff x="4574109" y="4369794"/>
            <a:chExt cx="230608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09" y="4369794"/>
              <a:ext cx="2306088" cy="326913"/>
              <a:chOff x="4665549" y="3307757"/>
              <a:chExt cx="230608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49" y="3307757"/>
                <a:ext cx="2306088" cy="326913"/>
                <a:chOff x="4665552" y="3307757"/>
                <a:chExt cx="2468560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20671"/>
                  <a:ext cx="2468560" cy="34572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4986286" y="3345817"/>
                <a:ext cx="195965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오브젝트 및 움직임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42C631-45F8-3662-3CF8-BE8F5D32547C}"/>
              </a:ext>
            </a:extLst>
          </p:cNvPr>
          <p:cNvGrpSpPr/>
          <p:nvPr/>
        </p:nvGrpSpPr>
        <p:grpSpPr>
          <a:xfrm>
            <a:off x="6346196" y="3113921"/>
            <a:ext cx="1884532" cy="327173"/>
            <a:chOff x="7383739" y="3825547"/>
            <a:chExt cx="1897100" cy="34253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B5DB3C48-810F-7A5A-ADB7-834AE28406E6}"/>
                </a:ext>
              </a:extLst>
            </p:cNvPr>
            <p:cNvGrpSpPr/>
            <p:nvPr/>
          </p:nvGrpSpPr>
          <p:grpSpPr>
            <a:xfrm>
              <a:off x="7383739" y="3825547"/>
              <a:ext cx="1897100" cy="342530"/>
              <a:chOff x="4665553" y="3292147"/>
              <a:chExt cx="1897100" cy="342530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1C146043-E563-D201-BACF-986E50C1C23D}"/>
                  </a:ext>
                </a:extLst>
              </p:cNvPr>
              <p:cNvGrpSpPr/>
              <p:nvPr/>
            </p:nvGrpSpPr>
            <p:grpSpPr>
              <a:xfrm>
                <a:off x="4665553" y="3292147"/>
                <a:ext cx="1876985" cy="342530"/>
                <a:chOff x="4665552" y="3290629"/>
                <a:chExt cx="2009224" cy="375767"/>
              </a:xfrm>
            </p:grpSpPr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853BF220-F87C-6D6B-8426-8AC9ABB05D71}"/>
                    </a:ext>
                  </a:extLst>
                </p:cNvPr>
                <p:cNvSpPr/>
                <p:nvPr/>
              </p:nvSpPr>
              <p:spPr>
                <a:xfrm>
                  <a:off x="4665552" y="3290629"/>
                  <a:ext cx="2009224" cy="37576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2598EBE6-3F88-7511-A366-A0D48539FA50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9528727-10F9-9078-0813-76C3B420760D}"/>
                  </a:ext>
                </a:extLst>
              </p:cNvPr>
              <p:cNvSpPr txBox="1"/>
              <p:nvPr/>
            </p:nvSpPr>
            <p:spPr>
              <a:xfrm>
                <a:off x="4976946" y="3321056"/>
                <a:ext cx="158570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오브젝트 </a:t>
                </a:r>
                <a:r>
                  <a:rPr lang="en-US" altLang="ko-KR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&amp; UI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9" name="그래픽 8">
              <a:extLst>
                <a:ext uri="{FF2B5EF4-FFF2-40B4-BE49-F238E27FC236}">
                  <a16:creationId xmlns:a16="http://schemas.microsoft.com/office/drawing/2014/main" id="{E80BE666-D37D-5944-2B23-71D4035A9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CEA0305-C272-5EB0-E1FD-DA7E66C98B4B}"/>
              </a:ext>
            </a:extLst>
          </p:cNvPr>
          <p:cNvGrpSpPr/>
          <p:nvPr/>
        </p:nvGrpSpPr>
        <p:grpSpPr>
          <a:xfrm>
            <a:off x="4511913" y="4095698"/>
            <a:ext cx="1629901" cy="326913"/>
            <a:chOff x="4574110" y="4369794"/>
            <a:chExt cx="1629901" cy="326913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7D16A07-BABB-F499-4E4E-4273DEB99216}"/>
                </a:ext>
              </a:extLst>
            </p:cNvPr>
            <p:cNvGrpSpPr/>
            <p:nvPr/>
          </p:nvGrpSpPr>
          <p:grpSpPr>
            <a:xfrm>
              <a:off x="4574110" y="4369794"/>
              <a:ext cx="1629901" cy="326913"/>
              <a:chOff x="4665550" y="3307757"/>
              <a:chExt cx="1629901" cy="326913"/>
            </a:xfrm>
          </p:grpSpPr>
          <p:grpSp>
            <p:nvGrpSpPr>
              <p:cNvPr id="29" name="그룹 28">
                <a:extLst>
                  <a:ext uri="{FF2B5EF4-FFF2-40B4-BE49-F238E27FC236}">
                    <a16:creationId xmlns:a16="http://schemas.microsoft.com/office/drawing/2014/main" id="{B080139A-94F3-742F-8DA9-8CB749AB257B}"/>
                  </a:ext>
                </a:extLst>
              </p:cNvPr>
              <p:cNvGrpSpPr/>
              <p:nvPr/>
            </p:nvGrpSpPr>
            <p:grpSpPr>
              <a:xfrm>
                <a:off x="4665550" y="3307757"/>
                <a:ext cx="1629901" cy="326913"/>
                <a:chOff x="4665552" y="3307757"/>
                <a:chExt cx="1744733" cy="358635"/>
              </a:xfrm>
            </p:grpSpPr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3E961F63-C96E-739D-7926-5B426964E060}"/>
                    </a:ext>
                  </a:extLst>
                </p:cNvPr>
                <p:cNvSpPr/>
                <p:nvPr/>
              </p:nvSpPr>
              <p:spPr>
                <a:xfrm>
                  <a:off x="4665552" y="3320672"/>
                  <a:ext cx="1744733" cy="34572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5DA7FC9D-2A3A-D612-4B36-3292184181D6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352A30A-EB8A-58DA-9629-A46F1EFD204C}"/>
                  </a:ext>
                </a:extLst>
              </p:cNvPr>
              <p:cNvSpPr txBox="1"/>
              <p:nvPr/>
            </p:nvSpPr>
            <p:spPr>
              <a:xfrm>
                <a:off x="5018659" y="3335426"/>
                <a:ext cx="1168781" cy="2817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레이아웃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28" name="그래픽 27">
              <a:extLst>
                <a:ext uri="{FF2B5EF4-FFF2-40B4-BE49-F238E27FC236}">
                  <a16:creationId xmlns:a16="http://schemas.microsoft.com/office/drawing/2014/main" id="{495229F3-D8A3-8780-DC31-1D65CD4FB0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30E515F-FAA3-652E-D79F-73FAF74D8615}"/>
              </a:ext>
            </a:extLst>
          </p:cNvPr>
          <p:cNvGrpSpPr/>
          <p:nvPr/>
        </p:nvGrpSpPr>
        <p:grpSpPr>
          <a:xfrm>
            <a:off x="4514161" y="4567562"/>
            <a:ext cx="2601185" cy="336631"/>
            <a:chOff x="4574110" y="4360076"/>
            <a:chExt cx="2601185" cy="336631"/>
          </a:xfrm>
        </p:grpSpPr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5DCE585C-F5D5-6DB7-4C23-A903A4476E40}"/>
                </a:ext>
              </a:extLst>
            </p:cNvPr>
            <p:cNvGrpSpPr/>
            <p:nvPr/>
          </p:nvGrpSpPr>
          <p:grpSpPr>
            <a:xfrm>
              <a:off x="4574110" y="4360076"/>
              <a:ext cx="2601185" cy="336631"/>
              <a:chOff x="4665550" y="3298039"/>
              <a:chExt cx="2601185" cy="336631"/>
            </a:xfrm>
          </p:grpSpPr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667A24E0-E717-79CF-ED4F-D0FDBCC6BA13}"/>
                  </a:ext>
                </a:extLst>
              </p:cNvPr>
              <p:cNvGrpSpPr/>
              <p:nvPr/>
            </p:nvGrpSpPr>
            <p:grpSpPr>
              <a:xfrm>
                <a:off x="4665550" y="3298039"/>
                <a:ext cx="2601185" cy="336631"/>
                <a:chOff x="4665552" y="3297096"/>
                <a:chExt cx="2784447" cy="369296"/>
              </a:xfrm>
            </p:grpSpPr>
            <p:sp>
              <p:nvSpPr>
                <p:cNvPr id="40" name="사각형: 둥근 모서리 39">
                  <a:extLst>
                    <a:ext uri="{FF2B5EF4-FFF2-40B4-BE49-F238E27FC236}">
                      <a16:creationId xmlns:a16="http://schemas.microsoft.com/office/drawing/2014/main" id="{45A502A9-3FBD-37C3-4BC1-EF30A5297C2C}"/>
                    </a:ext>
                  </a:extLst>
                </p:cNvPr>
                <p:cNvSpPr/>
                <p:nvPr/>
              </p:nvSpPr>
              <p:spPr>
                <a:xfrm>
                  <a:off x="4665552" y="3297096"/>
                  <a:ext cx="2784447" cy="36929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6D04BCF7-0FA6-A7D2-9BCD-92AC00787234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20D6AD9-A5C0-D11A-1299-D41B1D77E7C9}"/>
                  </a:ext>
                </a:extLst>
              </p:cNvPr>
              <p:cNvSpPr txBox="1"/>
              <p:nvPr/>
            </p:nvSpPr>
            <p:spPr>
              <a:xfrm>
                <a:off x="5007261" y="3347025"/>
                <a:ext cx="205783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오브젝트 충돌 이벤트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36" name="그래픽 35">
              <a:extLst>
                <a:ext uri="{FF2B5EF4-FFF2-40B4-BE49-F238E27FC236}">
                  <a16:creationId xmlns:a16="http://schemas.microsoft.com/office/drawing/2014/main" id="{FBD859E8-C236-D364-53BC-07C961208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82DF29C-76AE-FBC1-E315-D5473905C00D}"/>
              </a:ext>
            </a:extLst>
          </p:cNvPr>
          <p:cNvGrpSpPr/>
          <p:nvPr/>
        </p:nvGrpSpPr>
        <p:grpSpPr>
          <a:xfrm>
            <a:off x="7185614" y="4567567"/>
            <a:ext cx="1816744" cy="326294"/>
            <a:chOff x="4574109" y="4369794"/>
            <a:chExt cx="1736701" cy="326913"/>
          </a:xfrm>
        </p:grpSpPr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B0E0D9AB-D5F9-182A-8CAB-06021B482DB8}"/>
                </a:ext>
              </a:extLst>
            </p:cNvPr>
            <p:cNvGrpSpPr/>
            <p:nvPr/>
          </p:nvGrpSpPr>
          <p:grpSpPr>
            <a:xfrm>
              <a:off x="4574109" y="4369794"/>
              <a:ext cx="1736701" cy="326913"/>
              <a:chOff x="4665549" y="3307757"/>
              <a:chExt cx="1736701" cy="326913"/>
            </a:xfrm>
          </p:grpSpPr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685F89C1-C67F-5330-6654-67FFB4E1A6E6}"/>
                  </a:ext>
                </a:extLst>
              </p:cNvPr>
              <p:cNvGrpSpPr/>
              <p:nvPr/>
            </p:nvGrpSpPr>
            <p:grpSpPr>
              <a:xfrm>
                <a:off x="4665549" y="3307757"/>
                <a:ext cx="1735657" cy="326913"/>
                <a:chOff x="4665552" y="3307757"/>
                <a:chExt cx="1857940" cy="358635"/>
              </a:xfrm>
            </p:grpSpPr>
            <p:sp>
              <p:nvSpPr>
                <p:cNvPr id="69" name="사각형: 둥근 모서리 68">
                  <a:extLst>
                    <a:ext uri="{FF2B5EF4-FFF2-40B4-BE49-F238E27FC236}">
                      <a16:creationId xmlns:a16="http://schemas.microsoft.com/office/drawing/2014/main" id="{3C6E3FCD-98A8-C866-79F0-24467232BFCC}"/>
                    </a:ext>
                  </a:extLst>
                </p:cNvPr>
                <p:cNvSpPr/>
                <p:nvPr/>
              </p:nvSpPr>
              <p:spPr>
                <a:xfrm>
                  <a:off x="4665552" y="3318433"/>
                  <a:ext cx="1857940" cy="34795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DB1B82C5-A53E-AD0C-EABC-20C0C9EAC34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1F0BFA41-E89D-79E9-C58C-3BA32ECF53B4}"/>
                  </a:ext>
                </a:extLst>
              </p:cNvPr>
              <p:cNvSpPr txBox="1"/>
              <p:nvPr/>
            </p:nvSpPr>
            <p:spPr>
              <a:xfrm>
                <a:off x="5007262" y="3317488"/>
                <a:ext cx="1394988" cy="27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단위 테스트 수행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56" name="그래픽 55">
              <a:extLst>
                <a:ext uri="{FF2B5EF4-FFF2-40B4-BE49-F238E27FC236}">
                  <a16:creationId xmlns:a16="http://schemas.microsoft.com/office/drawing/2014/main" id="{EC60A2A1-C2CA-F82B-6AB8-F3363B0B5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0DF8E0C-1ACE-42D0-A478-491ECB3BAEA8}"/>
              </a:ext>
            </a:extLst>
          </p:cNvPr>
          <p:cNvGrpSpPr/>
          <p:nvPr/>
        </p:nvGrpSpPr>
        <p:grpSpPr>
          <a:xfrm>
            <a:off x="4511825" y="5106326"/>
            <a:ext cx="1433803" cy="351900"/>
            <a:chOff x="4574111" y="4344143"/>
            <a:chExt cx="1370632" cy="352568"/>
          </a:xfrm>
        </p:grpSpPr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18FE3A4A-7192-A17A-8F64-3447DBF48D98}"/>
                </a:ext>
              </a:extLst>
            </p:cNvPr>
            <p:cNvGrpSpPr/>
            <p:nvPr/>
          </p:nvGrpSpPr>
          <p:grpSpPr>
            <a:xfrm>
              <a:off x="4574111" y="4344143"/>
              <a:ext cx="1370632" cy="352568"/>
              <a:chOff x="4665551" y="3282106"/>
              <a:chExt cx="1370632" cy="352568"/>
            </a:xfrm>
          </p:grpSpPr>
          <p:grpSp>
            <p:nvGrpSpPr>
              <p:cNvPr id="94" name="그룹 93">
                <a:extLst>
                  <a:ext uri="{FF2B5EF4-FFF2-40B4-BE49-F238E27FC236}">
                    <a16:creationId xmlns:a16="http://schemas.microsoft.com/office/drawing/2014/main" id="{F0E650CB-F796-D3BA-D785-6AD04FBC467C}"/>
                  </a:ext>
                </a:extLst>
              </p:cNvPr>
              <p:cNvGrpSpPr/>
              <p:nvPr/>
            </p:nvGrpSpPr>
            <p:grpSpPr>
              <a:xfrm>
                <a:off x="4665551" y="3282106"/>
                <a:ext cx="1370632" cy="352568"/>
                <a:chOff x="4665552" y="3279613"/>
                <a:chExt cx="1467197" cy="386779"/>
              </a:xfrm>
            </p:grpSpPr>
            <p:sp>
              <p:nvSpPr>
                <p:cNvPr id="96" name="사각형: 둥근 모서리 95">
                  <a:extLst>
                    <a:ext uri="{FF2B5EF4-FFF2-40B4-BE49-F238E27FC236}">
                      <a16:creationId xmlns:a16="http://schemas.microsoft.com/office/drawing/2014/main" id="{6843C4D1-753C-2A77-04D0-6C8E084AD97F}"/>
                    </a:ext>
                  </a:extLst>
                </p:cNvPr>
                <p:cNvSpPr/>
                <p:nvPr/>
              </p:nvSpPr>
              <p:spPr>
                <a:xfrm>
                  <a:off x="4665552" y="3279613"/>
                  <a:ext cx="1467197" cy="38677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CD85C976-A2AE-4BD0-3B58-08984D69940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FB8143ED-3830-4585-9C9C-B47F6FC47099}"/>
                  </a:ext>
                </a:extLst>
              </p:cNvPr>
              <p:cNvSpPr txBox="1"/>
              <p:nvPr/>
            </p:nvSpPr>
            <p:spPr>
              <a:xfrm>
                <a:off x="5007262" y="3315670"/>
                <a:ext cx="1028920" cy="27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통합 테스트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93" name="그래픽 92">
              <a:extLst>
                <a:ext uri="{FF2B5EF4-FFF2-40B4-BE49-F238E27FC236}">
                  <a16:creationId xmlns:a16="http://schemas.microsoft.com/office/drawing/2014/main" id="{14D1C4E5-C598-C24F-BE8F-51E019575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A8B99EEB-D6DD-C355-04EC-F208A50E5B49}"/>
              </a:ext>
            </a:extLst>
          </p:cNvPr>
          <p:cNvGrpSpPr/>
          <p:nvPr/>
        </p:nvGrpSpPr>
        <p:grpSpPr>
          <a:xfrm>
            <a:off x="6066548" y="5120990"/>
            <a:ext cx="1608013" cy="328937"/>
            <a:chOff x="4574111" y="4367146"/>
            <a:chExt cx="1537166" cy="329561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5C94F4A0-FB3E-794E-57A7-85DEFF432E18}"/>
                </a:ext>
              </a:extLst>
            </p:cNvPr>
            <p:cNvGrpSpPr/>
            <p:nvPr/>
          </p:nvGrpSpPr>
          <p:grpSpPr>
            <a:xfrm>
              <a:off x="4574111" y="4367146"/>
              <a:ext cx="1537166" cy="329561"/>
              <a:chOff x="4665551" y="3305109"/>
              <a:chExt cx="1537166" cy="329561"/>
            </a:xfrm>
          </p:grpSpPr>
          <p:grpSp>
            <p:nvGrpSpPr>
              <p:cNvPr id="103" name="그룹 102">
                <a:extLst>
                  <a:ext uri="{FF2B5EF4-FFF2-40B4-BE49-F238E27FC236}">
                    <a16:creationId xmlns:a16="http://schemas.microsoft.com/office/drawing/2014/main" id="{8CF17807-1D51-8A5F-62CA-C59A9E127AE0}"/>
                  </a:ext>
                </a:extLst>
              </p:cNvPr>
              <p:cNvGrpSpPr/>
              <p:nvPr/>
            </p:nvGrpSpPr>
            <p:grpSpPr>
              <a:xfrm>
                <a:off x="4665551" y="3305109"/>
                <a:ext cx="1537166" cy="329561"/>
                <a:chOff x="4665552" y="3304852"/>
                <a:chExt cx="1645464" cy="361540"/>
              </a:xfrm>
            </p:grpSpPr>
            <p:sp>
              <p:nvSpPr>
                <p:cNvPr id="111" name="사각형: 둥근 모서리 110">
                  <a:extLst>
                    <a:ext uri="{FF2B5EF4-FFF2-40B4-BE49-F238E27FC236}">
                      <a16:creationId xmlns:a16="http://schemas.microsoft.com/office/drawing/2014/main" id="{D20DBA83-AD04-EAC1-4C21-0ED2B25C2165}"/>
                    </a:ext>
                  </a:extLst>
                </p:cNvPr>
                <p:cNvSpPr/>
                <p:nvPr/>
              </p:nvSpPr>
              <p:spPr>
                <a:xfrm>
                  <a:off x="4665552" y="3304852"/>
                  <a:ext cx="1645464" cy="3615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39420E42-3A60-2DA8-A9D4-AF45E486722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E44313B0-CADC-1886-FA08-5FA189C06D33}"/>
                  </a:ext>
                </a:extLst>
              </p:cNvPr>
              <p:cNvSpPr txBox="1"/>
              <p:nvPr/>
            </p:nvSpPr>
            <p:spPr>
              <a:xfrm>
                <a:off x="5007260" y="3341970"/>
                <a:ext cx="1102739" cy="277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코드 </a:t>
                </a:r>
                <a:r>
                  <a:rPr lang="ko-KR" altLang="en-US" sz="1200" b="1" dirty="0" err="1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리팩토링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B18B697D-6967-9DEE-A998-39E33B1EC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4BA299E9-9A0A-A443-C696-C0230F1C4C1D}"/>
              </a:ext>
            </a:extLst>
          </p:cNvPr>
          <p:cNvGrpSpPr/>
          <p:nvPr/>
        </p:nvGrpSpPr>
        <p:grpSpPr>
          <a:xfrm>
            <a:off x="7817690" y="5130848"/>
            <a:ext cx="1855163" cy="328462"/>
            <a:chOff x="4574112" y="4367620"/>
            <a:chExt cx="1773427" cy="32908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E778EFB-793E-AB6B-0D93-94520A790733}"/>
                </a:ext>
              </a:extLst>
            </p:cNvPr>
            <p:cNvGrpSpPr/>
            <p:nvPr/>
          </p:nvGrpSpPr>
          <p:grpSpPr>
            <a:xfrm>
              <a:off x="4574112" y="4367620"/>
              <a:ext cx="1773427" cy="329085"/>
              <a:chOff x="4665552" y="3305583"/>
              <a:chExt cx="1773427" cy="329085"/>
            </a:xfrm>
          </p:grpSpPr>
          <p:grpSp>
            <p:nvGrpSpPr>
              <p:cNvPr id="120" name="그룹 119">
                <a:extLst>
                  <a:ext uri="{FF2B5EF4-FFF2-40B4-BE49-F238E27FC236}">
                    <a16:creationId xmlns:a16="http://schemas.microsoft.com/office/drawing/2014/main" id="{1958AB4B-AC6D-1C5B-141F-4DC834BF08DD}"/>
                  </a:ext>
                </a:extLst>
              </p:cNvPr>
              <p:cNvGrpSpPr/>
              <p:nvPr/>
            </p:nvGrpSpPr>
            <p:grpSpPr>
              <a:xfrm>
                <a:off x="4665552" y="3305583"/>
                <a:ext cx="1735658" cy="329085"/>
                <a:chOff x="4665552" y="3305374"/>
                <a:chExt cx="1857940" cy="361018"/>
              </a:xfrm>
            </p:grpSpPr>
            <p:sp>
              <p:nvSpPr>
                <p:cNvPr id="122" name="사각형: 둥근 모서리 121">
                  <a:extLst>
                    <a:ext uri="{FF2B5EF4-FFF2-40B4-BE49-F238E27FC236}">
                      <a16:creationId xmlns:a16="http://schemas.microsoft.com/office/drawing/2014/main" id="{CB1FC8C9-20EB-D627-D04C-C409A5A4218D}"/>
                    </a:ext>
                  </a:extLst>
                </p:cNvPr>
                <p:cNvSpPr/>
                <p:nvPr/>
              </p:nvSpPr>
              <p:spPr>
                <a:xfrm>
                  <a:off x="4665553" y="3305374"/>
                  <a:ext cx="1857939" cy="3610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23" name="타원 122">
                  <a:extLst>
                    <a:ext uri="{FF2B5EF4-FFF2-40B4-BE49-F238E27FC236}">
                      <a16:creationId xmlns:a16="http://schemas.microsoft.com/office/drawing/2014/main" id="{E73E31E4-93C8-7228-A9AC-0EF7D451E27E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53BC61A-13D6-B3DA-54BB-1E626890214D}"/>
                  </a:ext>
                </a:extLst>
              </p:cNvPr>
              <p:cNvSpPr txBox="1"/>
              <p:nvPr/>
            </p:nvSpPr>
            <p:spPr>
              <a:xfrm>
                <a:off x="5007259" y="3341970"/>
                <a:ext cx="1431720" cy="277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오류 검토 및 수정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5" name="그래픽 114">
              <a:extLst>
                <a:ext uri="{FF2B5EF4-FFF2-40B4-BE49-F238E27FC236}">
                  <a16:creationId xmlns:a16="http://schemas.microsoft.com/office/drawing/2014/main" id="{F7EBE68A-E97C-F882-A876-BDCA0CB17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EE64DE3B-640C-F36D-5694-EED0D09FE8FD}"/>
              </a:ext>
            </a:extLst>
          </p:cNvPr>
          <p:cNvGrpSpPr/>
          <p:nvPr/>
        </p:nvGrpSpPr>
        <p:grpSpPr>
          <a:xfrm>
            <a:off x="4513051" y="5760530"/>
            <a:ext cx="2455538" cy="328937"/>
            <a:chOff x="4574111" y="4367146"/>
            <a:chExt cx="2347351" cy="329561"/>
          </a:xfrm>
        </p:grpSpPr>
        <p:grpSp>
          <p:nvGrpSpPr>
            <p:cNvPr id="125" name="그룹 124">
              <a:extLst>
                <a:ext uri="{FF2B5EF4-FFF2-40B4-BE49-F238E27FC236}">
                  <a16:creationId xmlns:a16="http://schemas.microsoft.com/office/drawing/2014/main" id="{0CD8D2EE-F2C4-062A-ACBA-C08F5D79A8EA}"/>
                </a:ext>
              </a:extLst>
            </p:cNvPr>
            <p:cNvGrpSpPr/>
            <p:nvPr/>
          </p:nvGrpSpPr>
          <p:grpSpPr>
            <a:xfrm>
              <a:off x="4574111" y="4367146"/>
              <a:ext cx="2347351" cy="329561"/>
              <a:chOff x="4665551" y="3305109"/>
              <a:chExt cx="2347351" cy="329561"/>
            </a:xfrm>
          </p:grpSpPr>
          <p:grpSp>
            <p:nvGrpSpPr>
              <p:cNvPr id="127" name="그룹 126">
                <a:extLst>
                  <a:ext uri="{FF2B5EF4-FFF2-40B4-BE49-F238E27FC236}">
                    <a16:creationId xmlns:a16="http://schemas.microsoft.com/office/drawing/2014/main" id="{C43A2DC2-E911-8D56-6903-520E31C21884}"/>
                  </a:ext>
                </a:extLst>
              </p:cNvPr>
              <p:cNvGrpSpPr/>
              <p:nvPr/>
            </p:nvGrpSpPr>
            <p:grpSpPr>
              <a:xfrm>
                <a:off x="4665551" y="3305109"/>
                <a:ext cx="2347351" cy="329561"/>
                <a:chOff x="4665552" y="3304852"/>
                <a:chExt cx="2512729" cy="361540"/>
              </a:xfrm>
            </p:grpSpPr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C34308-1CFA-9F0D-F035-7DEBDF8309B9}"/>
                    </a:ext>
                  </a:extLst>
                </p:cNvPr>
                <p:cNvSpPr/>
                <p:nvPr/>
              </p:nvSpPr>
              <p:spPr>
                <a:xfrm>
                  <a:off x="4665553" y="3304852"/>
                  <a:ext cx="2512728" cy="3615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30" name="타원 129">
                  <a:extLst>
                    <a:ext uri="{FF2B5EF4-FFF2-40B4-BE49-F238E27FC236}">
                      <a16:creationId xmlns:a16="http://schemas.microsoft.com/office/drawing/2014/main" id="{4EA679BB-87B1-1DF5-4609-D303818EA47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DC85D0E4-356C-F763-7CAD-B27149D4D010}"/>
                  </a:ext>
                </a:extLst>
              </p:cNvPr>
              <p:cNvSpPr txBox="1"/>
              <p:nvPr/>
            </p:nvSpPr>
            <p:spPr>
              <a:xfrm>
                <a:off x="5007258" y="3341970"/>
                <a:ext cx="2005643" cy="277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결과 보고서 및 발표지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26" name="그래픽 125">
              <a:extLst>
                <a:ext uri="{FF2B5EF4-FFF2-40B4-BE49-F238E27FC236}">
                  <a16:creationId xmlns:a16="http://schemas.microsoft.com/office/drawing/2014/main" id="{5C0B4D95-E252-F720-F8B2-10A2C6E28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pic>
        <p:nvPicPr>
          <p:cNvPr id="116" name="그림 11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그래픽 71">
            <a:extLst>
              <a:ext uri="{FF2B5EF4-FFF2-40B4-BE49-F238E27FC236}">
                <a16:creationId xmlns:a16="http://schemas.microsoft.com/office/drawing/2014/main" id="{81B5BF80-2F22-A3FA-1008-778873375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078" b="11486"/>
          <a:stretch/>
        </p:blipFill>
        <p:spPr>
          <a:xfrm>
            <a:off x="7589261" y="4695449"/>
            <a:ext cx="4602739" cy="2162551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시나리오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28" name="_x387252440">
            <a:extLst>
              <a:ext uri="{FF2B5EF4-FFF2-40B4-BE49-F238E27FC236}">
                <a16:creationId xmlns:a16="http://schemas.microsoft.com/office/drawing/2014/main" id="{7130C8A2-B3C5-5FBA-AF52-B5EB9A6EA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9"/>
          <a:stretch>
            <a:fillRect/>
          </a:stretch>
        </p:blipFill>
        <p:spPr bwMode="auto">
          <a:xfrm>
            <a:off x="556322" y="2005833"/>
            <a:ext cx="6310193" cy="4166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그림 29" descr="텍스트, 스크린샷, 직사각형, 그래픽이(가) 표시된 사진&#10;&#10;자동 생성된 설명">
            <a:extLst>
              <a:ext uri="{FF2B5EF4-FFF2-40B4-BE49-F238E27FC236}">
                <a16:creationId xmlns:a16="http://schemas.microsoft.com/office/drawing/2014/main" id="{6842B82F-177D-DB82-5AF0-774402CCC6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539" y="2005833"/>
            <a:ext cx="4292135" cy="435025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-1" y="1673336"/>
            <a:ext cx="12192000" cy="2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" y="-135396"/>
            <a:ext cx="12192000" cy="68580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E94AA3-A994-6AB2-870F-88DA16811E4D}"/>
              </a:ext>
            </a:extLst>
          </p:cNvPr>
          <p:cNvSpPr txBox="1"/>
          <p:nvPr/>
        </p:nvSpPr>
        <p:spPr>
          <a:xfrm>
            <a:off x="4223789" y="2708920"/>
            <a:ext cx="3744416" cy="1661993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5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Bold" panose="00000800000000000000" pitchFamily="2" charset="-127"/>
              </a:rPr>
              <a:t>Thank you!</a:t>
            </a:r>
            <a:endParaRPr lang="ko-KR" altLang="en-US" sz="4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339</Words>
  <Application>Microsoft Office PowerPoint</Application>
  <PresentationFormat>와이드스크린</PresentationFormat>
  <Paragraphs>117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경훈 김</cp:lastModifiedBy>
  <cp:revision>45</cp:revision>
  <dcterms:created xsi:type="dcterms:W3CDTF">2023-12-20T03:00:25Z</dcterms:created>
  <dcterms:modified xsi:type="dcterms:W3CDTF">2024-07-14T03:28:03Z</dcterms:modified>
</cp:coreProperties>
</file>