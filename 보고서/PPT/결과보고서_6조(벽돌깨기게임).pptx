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9" r:id="rId2"/>
    <p:sldId id="291" r:id="rId3"/>
    <p:sldId id="294" r:id="rId4"/>
    <p:sldId id="333" r:id="rId5"/>
    <p:sldId id="342" r:id="rId6"/>
    <p:sldId id="335" r:id="rId7"/>
    <p:sldId id="336" r:id="rId8"/>
    <p:sldId id="338" r:id="rId9"/>
    <p:sldId id="340" r:id="rId10"/>
    <p:sldId id="337" r:id="rId11"/>
    <p:sldId id="339" r:id="rId12"/>
    <p:sldId id="341" r:id="rId13"/>
    <p:sldId id="303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70" userDrawn="1">
          <p15:clr>
            <a:srgbClr val="A4A3A4"/>
          </p15:clr>
        </p15:guide>
        <p15:guide id="2" pos="325" userDrawn="1">
          <p15:clr>
            <a:srgbClr val="A4A3A4"/>
          </p15:clr>
        </p15:guide>
        <p15:guide id="3" pos="7401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40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howGuides="1">
      <p:cViewPr varScale="1">
        <p:scale>
          <a:sx n="81" d="100"/>
          <a:sy n="81" d="100"/>
        </p:scale>
        <p:origin x="90" y="300"/>
      </p:cViewPr>
      <p:guideLst>
        <p:guide orient="horz" pos="1570"/>
        <p:guide pos="325"/>
        <p:guide pos="7401"/>
        <p:guide pos="3840"/>
        <p:guide orient="horz" pos="40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E8E3A2E-1BAF-46D3-7BEB-B138289565DE}"/>
              </a:ext>
            </a:extLst>
          </p:cNvPr>
          <p:cNvSpPr/>
          <p:nvPr userDrawn="1"/>
        </p:nvSpPr>
        <p:spPr>
          <a:xfrm>
            <a:off x="0" y="229568"/>
            <a:ext cx="12192000" cy="3120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D8DCB8-9B75-7CF9-7713-9B5345DBB23B}"/>
              </a:ext>
            </a:extLst>
          </p:cNvPr>
          <p:cNvSpPr txBox="1"/>
          <p:nvPr userDrawn="1"/>
        </p:nvSpPr>
        <p:spPr>
          <a:xfrm>
            <a:off x="9005162" y="6594154"/>
            <a:ext cx="2754994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algn="r" defTabSz="914400" rtl="0" eaLnBrk="1" latinLnBrk="1" hangingPunct="1"/>
            <a:fld id="{5426B8F6-3B26-4B2F-9C3C-1E76C1EF5307}" type="slidenum">
              <a:rPr lang="ko-KR" altLang="en-US" sz="1000" kern="12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  <a:cs typeface="+mn-cs"/>
              </a:rPr>
              <a:pPr marL="0" algn="r" defTabSz="914400" rtl="0" eaLnBrk="1" latinLnBrk="1" hangingPunct="1"/>
              <a:t>‹#›</a:t>
            </a:fld>
            <a:endParaRPr lang="ko-KR" altLang="en-US" sz="1000" kern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18308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42">
          <p15:clr>
            <a:srgbClr val="FBAE40"/>
          </p15:clr>
        </p15:guide>
        <p15:guide id="2" pos="393">
          <p15:clr>
            <a:srgbClr val="FBAE40"/>
          </p15:clr>
        </p15:guide>
        <p15:guide id="3" pos="7287">
          <p15:clr>
            <a:srgbClr val="FBAE40"/>
          </p15:clr>
        </p15:guide>
        <p15:guide id="4" orient="horz" pos="109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5840992-A2F5-42B7-8FDA-0C4D99C832CD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64552" y="6537029"/>
            <a:ext cx="911510" cy="204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5" Type="http://schemas.openxmlformats.org/officeDocument/2006/relationships/image" Target="../media/image1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Relationship Id="rId14" Type="http://schemas.openxmlformats.org/officeDocument/2006/relationships/image" Target="../media/image1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18" Type="http://schemas.openxmlformats.org/officeDocument/2006/relationships/image" Target="../media/image31.png"/><Relationship Id="rId3" Type="http://schemas.openxmlformats.org/officeDocument/2006/relationships/image" Target="../media/image3.svg"/><Relationship Id="rId21" Type="http://schemas.openxmlformats.org/officeDocument/2006/relationships/image" Target="../media/image34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17" Type="http://schemas.openxmlformats.org/officeDocument/2006/relationships/image" Target="../media/image30.svg"/><Relationship Id="rId2" Type="http://schemas.openxmlformats.org/officeDocument/2006/relationships/image" Target="../media/image2.png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5" Type="http://schemas.openxmlformats.org/officeDocument/2006/relationships/image" Target="../media/image28.svg"/><Relationship Id="rId10" Type="http://schemas.openxmlformats.org/officeDocument/2006/relationships/image" Target="../media/image23.png"/><Relationship Id="rId19" Type="http://schemas.openxmlformats.org/officeDocument/2006/relationships/image" Target="../media/image32.svg"/><Relationship Id="rId4" Type="http://schemas.openxmlformats.org/officeDocument/2006/relationships/image" Target="../media/image17.png"/><Relationship Id="rId9" Type="http://schemas.openxmlformats.org/officeDocument/2006/relationships/image" Target="../media/image22.svg"/><Relationship Id="rId1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13" Type="http://schemas.openxmlformats.org/officeDocument/2006/relationships/image" Target="../media/image46.png"/><Relationship Id="rId18" Type="http://schemas.openxmlformats.org/officeDocument/2006/relationships/image" Target="../media/image3.svg"/><Relationship Id="rId3" Type="http://schemas.openxmlformats.org/officeDocument/2006/relationships/image" Target="../media/image36.svg"/><Relationship Id="rId7" Type="http://schemas.openxmlformats.org/officeDocument/2006/relationships/image" Target="../media/image40.png"/><Relationship Id="rId12" Type="http://schemas.openxmlformats.org/officeDocument/2006/relationships/image" Target="../media/image45.svg"/><Relationship Id="rId17" Type="http://schemas.openxmlformats.org/officeDocument/2006/relationships/image" Target="../media/image2.png"/><Relationship Id="rId2" Type="http://schemas.openxmlformats.org/officeDocument/2006/relationships/image" Target="../media/image35.png"/><Relationship Id="rId16" Type="http://schemas.openxmlformats.org/officeDocument/2006/relationships/image" Target="../media/image49.svg"/><Relationship Id="rId20" Type="http://schemas.openxmlformats.org/officeDocument/2006/relationships/image" Target="../media/image51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9.sv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5" Type="http://schemas.openxmlformats.org/officeDocument/2006/relationships/image" Target="../media/image48.png"/><Relationship Id="rId10" Type="http://schemas.openxmlformats.org/officeDocument/2006/relationships/image" Target="../media/image43.svg"/><Relationship Id="rId19" Type="http://schemas.openxmlformats.org/officeDocument/2006/relationships/image" Target="../media/image50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59.svg"/><Relationship Id="rId18" Type="http://schemas.openxmlformats.org/officeDocument/2006/relationships/image" Target="../media/image37.png"/><Relationship Id="rId3" Type="http://schemas.openxmlformats.org/officeDocument/2006/relationships/image" Target="../media/image36.svg"/><Relationship Id="rId7" Type="http://schemas.openxmlformats.org/officeDocument/2006/relationships/image" Target="../media/image53.svg"/><Relationship Id="rId12" Type="http://schemas.openxmlformats.org/officeDocument/2006/relationships/image" Target="../media/image58.png"/><Relationship Id="rId17" Type="http://schemas.openxmlformats.org/officeDocument/2006/relationships/image" Target="../media/image61.svg"/><Relationship Id="rId2" Type="http://schemas.openxmlformats.org/officeDocument/2006/relationships/image" Target="../media/image35.png"/><Relationship Id="rId16" Type="http://schemas.openxmlformats.org/officeDocument/2006/relationships/image" Target="../media/image6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2.png"/><Relationship Id="rId11" Type="http://schemas.openxmlformats.org/officeDocument/2006/relationships/image" Target="../media/image57.svg"/><Relationship Id="rId5" Type="http://schemas.openxmlformats.org/officeDocument/2006/relationships/image" Target="../media/image39.svg"/><Relationship Id="rId15" Type="http://schemas.openxmlformats.org/officeDocument/2006/relationships/image" Target="../media/image41.svg"/><Relationship Id="rId10" Type="http://schemas.openxmlformats.org/officeDocument/2006/relationships/image" Target="../media/image56.png"/><Relationship Id="rId4" Type="http://schemas.openxmlformats.org/officeDocument/2006/relationships/image" Target="../media/image38.png"/><Relationship Id="rId9" Type="http://schemas.openxmlformats.org/officeDocument/2006/relationships/image" Target="../media/image55.svg"/><Relationship Id="rId14" Type="http://schemas.openxmlformats.org/officeDocument/2006/relationships/image" Target="../media/image4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svg"/><Relationship Id="rId11" Type="http://schemas.openxmlformats.org/officeDocument/2006/relationships/image" Target="../media/image62.png"/><Relationship Id="rId5" Type="http://schemas.openxmlformats.org/officeDocument/2006/relationships/image" Target="../media/image40.png"/><Relationship Id="rId10" Type="http://schemas.openxmlformats.org/officeDocument/2006/relationships/image" Target="../media/image3.svg"/><Relationship Id="rId4" Type="http://schemas.openxmlformats.org/officeDocument/2006/relationships/image" Target="../media/image39.svg"/><Relationship Id="rId9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37.png"/><Relationship Id="rId7" Type="http://schemas.openxmlformats.org/officeDocument/2006/relationships/image" Target="../media/image41.sv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11" Type="http://schemas.openxmlformats.org/officeDocument/2006/relationships/image" Target="../media/image3.svg"/><Relationship Id="rId5" Type="http://schemas.openxmlformats.org/officeDocument/2006/relationships/image" Target="../media/image39.svg"/><Relationship Id="rId10" Type="http://schemas.openxmlformats.org/officeDocument/2006/relationships/image" Target="../media/image2.png"/><Relationship Id="rId4" Type="http://schemas.openxmlformats.org/officeDocument/2006/relationships/image" Target="../media/image38.png"/><Relationship Id="rId9" Type="http://schemas.openxmlformats.org/officeDocument/2006/relationships/image" Target="../media/image49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38.png"/><Relationship Id="rId7" Type="http://schemas.openxmlformats.org/officeDocument/2006/relationships/image" Target="../media/image2.png"/><Relationship Id="rId12" Type="http://schemas.openxmlformats.org/officeDocument/2006/relationships/image" Target="../media/image67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9.svg"/><Relationship Id="rId11" Type="http://schemas.openxmlformats.org/officeDocument/2006/relationships/image" Target="../media/image66.png"/><Relationship Id="rId5" Type="http://schemas.openxmlformats.org/officeDocument/2006/relationships/image" Target="../media/image48.png"/><Relationship Id="rId10" Type="http://schemas.openxmlformats.org/officeDocument/2006/relationships/image" Target="../media/image65.png"/><Relationship Id="rId4" Type="http://schemas.openxmlformats.org/officeDocument/2006/relationships/image" Target="../media/image39.svg"/><Relationship Id="rId9" Type="http://schemas.openxmlformats.org/officeDocument/2006/relationships/image" Target="../media/image6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13" Type="http://schemas.openxmlformats.org/officeDocument/2006/relationships/image" Target="../media/image70.pn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12" Type="http://schemas.openxmlformats.org/officeDocument/2006/relationships/image" Target="../media/image69.png"/><Relationship Id="rId2" Type="http://schemas.openxmlformats.org/officeDocument/2006/relationships/image" Target="../media/image37.png"/><Relationship Id="rId16" Type="http://schemas.openxmlformats.org/officeDocument/2006/relationships/image" Target="../media/image7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svg"/><Relationship Id="rId11" Type="http://schemas.openxmlformats.org/officeDocument/2006/relationships/image" Target="../media/image68.png"/><Relationship Id="rId5" Type="http://schemas.openxmlformats.org/officeDocument/2006/relationships/image" Target="../media/image40.png"/><Relationship Id="rId15" Type="http://schemas.openxmlformats.org/officeDocument/2006/relationships/image" Target="../media/image72.png"/><Relationship Id="rId10" Type="http://schemas.openxmlformats.org/officeDocument/2006/relationships/image" Target="../media/image3.svg"/><Relationship Id="rId4" Type="http://schemas.openxmlformats.org/officeDocument/2006/relationships/image" Target="../media/image39.svg"/><Relationship Id="rId9" Type="http://schemas.openxmlformats.org/officeDocument/2006/relationships/image" Target="../media/image2.png"/><Relationship Id="rId14" Type="http://schemas.openxmlformats.org/officeDocument/2006/relationships/image" Target="../media/image7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38.png"/><Relationship Id="rId7" Type="http://schemas.openxmlformats.org/officeDocument/2006/relationships/image" Target="../media/image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9.svg"/><Relationship Id="rId5" Type="http://schemas.openxmlformats.org/officeDocument/2006/relationships/image" Target="../media/image48.png"/><Relationship Id="rId10" Type="http://schemas.openxmlformats.org/officeDocument/2006/relationships/image" Target="../media/image75.png"/><Relationship Id="rId4" Type="http://schemas.openxmlformats.org/officeDocument/2006/relationships/image" Target="../media/image39.svg"/><Relationship Id="rId9" Type="http://schemas.openxmlformats.org/officeDocument/2006/relationships/image" Target="../media/image7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svg"/><Relationship Id="rId11" Type="http://schemas.openxmlformats.org/officeDocument/2006/relationships/image" Target="../media/image76.png"/><Relationship Id="rId5" Type="http://schemas.openxmlformats.org/officeDocument/2006/relationships/image" Target="../media/image40.png"/><Relationship Id="rId10" Type="http://schemas.openxmlformats.org/officeDocument/2006/relationships/image" Target="../media/image3.svg"/><Relationship Id="rId4" Type="http://schemas.openxmlformats.org/officeDocument/2006/relationships/image" Target="../media/image39.svg"/><Relationship Id="rId9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svg"/><Relationship Id="rId11" Type="http://schemas.openxmlformats.org/officeDocument/2006/relationships/image" Target="../media/image77.png"/><Relationship Id="rId5" Type="http://schemas.openxmlformats.org/officeDocument/2006/relationships/image" Target="../media/image40.png"/><Relationship Id="rId10" Type="http://schemas.openxmlformats.org/officeDocument/2006/relationships/image" Target="../media/image3.svg"/><Relationship Id="rId4" Type="http://schemas.openxmlformats.org/officeDocument/2006/relationships/image" Target="../media/image39.svg"/><Relationship Id="rId9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9.svg"/><Relationship Id="rId4" Type="http://schemas.openxmlformats.org/officeDocument/2006/relationships/image" Target="../media/image7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74114B4B-F496-60FE-9596-E6AE560E9D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7985" r="48349"/>
          <a:stretch/>
        </p:blipFill>
        <p:spPr>
          <a:xfrm>
            <a:off x="10333589" y="-1"/>
            <a:ext cx="1858411" cy="2170297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4367809" y="1370504"/>
            <a:ext cx="7115886" cy="1177898"/>
            <a:chOff x="6747213" y="1370504"/>
            <a:chExt cx="4736481" cy="117789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6784188" y="1370504"/>
              <a:ext cx="29482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한국정보교육원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6747213" y="1809738"/>
              <a:ext cx="4736481" cy="738664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벽돌 깨기 웹게임 개발</a:t>
              </a:r>
              <a:endParaRPr lang="ko-KR" altLang="en-US" sz="4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C6A9F18-1841-DEC0-E8F7-05B5795B476E}"/>
              </a:ext>
            </a:extLst>
          </p:cNvPr>
          <p:cNvSpPr txBox="1"/>
          <p:nvPr/>
        </p:nvSpPr>
        <p:spPr>
          <a:xfrm>
            <a:off x="0" y="0"/>
            <a:ext cx="12192000" cy="430886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600" b="1" spc="6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K-Digital Training</a:t>
            </a:r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83" name="그래픽 82">
            <a:extLst>
              <a:ext uri="{FF2B5EF4-FFF2-40B4-BE49-F238E27FC236}">
                <a16:creationId xmlns:a16="http://schemas.microsoft.com/office/drawing/2014/main" id="{C8CDCDEF-234C-3475-E28B-71872D494B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60030" y="3915155"/>
            <a:ext cx="7469973" cy="3682727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0D726EA1-BE16-120A-6ADB-5C5AB1216AC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21662" t="1" b="17379"/>
          <a:stretch/>
        </p:blipFill>
        <p:spPr>
          <a:xfrm>
            <a:off x="0" y="1216705"/>
            <a:ext cx="6616357" cy="5641295"/>
          </a:xfrm>
          <a:prstGeom prst="rect">
            <a:avLst/>
          </a:prstGeom>
        </p:spPr>
      </p:pic>
      <p:grpSp>
        <p:nvGrpSpPr>
          <p:cNvPr id="47" name="그룹 46">
            <a:extLst>
              <a:ext uri="{FF2B5EF4-FFF2-40B4-BE49-F238E27FC236}">
                <a16:creationId xmlns:a16="http://schemas.microsoft.com/office/drawing/2014/main" id="{483AC635-D27B-44AF-C252-C231B6D1D76F}"/>
              </a:ext>
            </a:extLst>
          </p:cNvPr>
          <p:cNvGrpSpPr/>
          <p:nvPr/>
        </p:nvGrpSpPr>
        <p:grpSpPr>
          <a:xfrm>
            <a:off x="396381" y="2177346"/>
            <a:ext cx="1047217" cy="1047469"/>
            <a:chOff x="251139" y="1723399"/>
            <a:chExt cx="1047217" cy="1047469"/>
          </a:xfrm>
        </p:grpSpPr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A355785C-5147-8E5C-8C08-D78A66EB5980}"/>
                </a:ext>
              </a:extLst>
            </p:cNvPr>
            <p:cNvSpPr/>
            <p:nvPr/>
          </p:nvSpPr>
          <p:spPr>
            <a:xfrm>
              <a:off x="251139" y="1723399"/>
              <a:ext cx="1047217" cy="1047469"/>
            </a:xfrm>
            <a:custGeom>
              <a:avLst/>
              <a:gdLst>
                <a:gd name="connsiteX0" fmla="*/ 1047155 w 1047217"/>
                <a:gd name="connsiteY0" fmla="*/ 563441 h 1047469"/>
                <a:gd name="connsiteX1" fmla="*/ 1047155 w 1047217"/>
                <a:gd name="connsiteY1" fmla="*/ 483903 h 1047469"/>
                <a:gd name="connsiteX2" fmla="*/ 992095 w 1047217"/>
                <a:gd name="connsiteY2" fmla="*/ 428842 h 1047469"/>
                <a:gd name="connsiteX3" fmla="*/ 942257 w 1047217"/>
                <a:gd name="connsiteY3" fmla="*/ 428842 h 1047469"/>
                <a:gd name="connsiteX4" fmla="*/ 889651 w 1047217"/>
                <a:gd name="connsiteY4" fmla="*/ 391967 h 1047469"/>
                <a:gd name="connsiteX5" fmla="*/ 875555 w 1047217"/>
                <a:gd name="connsiteY5" fmla="*/ 356666 h 1047469"/>
                <a:gd name="connsiteX6" fmla="*/ 886127 w 1047217"/>
                <a:gd name="connsiteY6" fmla="*/ 295250 h 1047469"/>
                <a:gd name="connsiteX7" fmla="*/ 921995 w 1047217"/>
                <a:gd name="connsiteY7" fmla="*/ 259382 h 1047469"/>
                <a:gd name="connsiteX8" fmla="*/ 921995 w 1047217"/>
                <a:gd name="connsiteY8" fmla="*/ 181479 h 1047469"/>
                <a:gd name="connsiteX9" fmla="*/ 865739 w 1047217"/>
                <a:gd name="connsiteY9" fmla="*/ 125223 h 1047469"/>
                <a:gd name="connsiteX10" fmla="*/ 787836 w 1047217"/>
                <a:gd name="connsiteY10" fmla="*/ 125223 h 1047469"/>
                <a:gd name="connsiteX11" fmla="*/ 755870 w 1047217"/>
                <a:gd name="connsiteY11" fmla="*/ 157190 h 1047469"/>
                <a:gd name="connsiteX12" fmla="*/ 692692 w 1047217"/>
                <a:gd name="connsiteY12" fmla="*/ 167698 h 1047469"/>
                <a:gd name="connsiteX13" fmla="*/ 653866 w 1047217"/>
                <a:gd name="connsiteY13" fmla="*/ 150897 h 1047469"/>
                <a:gd name="connsiteX14" fmla="*/ 618439 w 1047217"/>
                <a:gd name="connsiteY14" fmla="*/ 99486 h 1047469"/>
                <a:gd name="connsiteX15" fmla="*/ 618439 w 1047217"/>
                <a:gd name="connsiteY15" fmla="*/ 55060 h 1047469"/>
                <a:gd name="connsiteX16" fmla="*/ 563378 w 1047217"/>
                <a:gd name="connsiteY16" fmla="*/ 0 h 1047469"/>
                <a:gd name="connsiteX17" fmla="*/ 483840 w 1047217"/>
                <a:gd name="connsiteY17" fmla="*/ 0 h 1047469"/>
                <a:gd name="connsiteX18" fmla="*/ 428779 w 1047217"/>
                <a:gd name="connsiteY18" fmla="*/ 55060 h 1047469"/>
                <a:gd name="connsiteX19" fmla="*/ 428779 w 1047217"/>
                <a:gd name="connsiteY19" fmla="*/ 95522 h 1047469"/>
                <a:gd name="connsiteX20" fmla="*/ 391904 w 1047217"/>
                <a:gd name="connsiteY20" fmla="*/ 147499 h 1047469"/>
                <a:gd name="connsiteX21" fmla="*/ 349555 w 1047217"/>
                <a:gd name="connsiteY21" fmla="*/ 164615 h 1047469"/>
                <a:gd name="connsiteX22" fmla="*/ 287636 w 1047217"/>
                <a:gd name="connsiteY22" fmla="*/ 153540 h 1047469"/>
                <a:gd name="connsiteX23" fmla="*/ 259382 w 1047217"/>
                <a:gd name="connsiteY23" fmla="*/ 125286 h 1047469"/>
                <a:gd name="connsiteX24" fmla="*/ 181479 w 1047217"/>
                <a:gd name="connsiteY24" fmla="*/ 125286 h 1047469"/>
                <a:gd name="connsiteX25" fmla="*/ 125223 w 1047217"/>
                <a:gd name="connsiteY25" fmla="*/ 181542 h 1047469"/>
                <a:gd name="connsiteX26" fmla="*/ 125223 w 1047217"/>
                <a:gd name="connsiteY26" fmla="*/ 259445 h 1047469"/>
                <a:gd name="connsiteX27" fmla="*/ 152785 w 1047217"/>
                <a:gd name="connsiteY27" fmla="*/ 287006 h 1047469"/>
                <a:gd name="connsiteX28" fmla="*/ 163734 w 1047217"/>
                <a:gd name="connsiteY28" fmla="*/ 349240 h 1047469"/>
                <a:gd name="connsiteX29" fmla="*/ 146052 w 1047217"/>
                <a:gd name="connsiteY29" fmla="*/ 392345 h 1047469"/>
                <a:gd name="connsiteX30" fmla="*/ 94201 w 1047217"/>
                <a:gd name="connsiteY30" fmla="*/ 428905 h 1047469"/>
                <a:gd name="connsiteX31" fmla="*/ 55060 w 1047217"/>
                <a:gd name="connsiteY31" fmla="*/ 428905 h 1047469"/>
                <a:gd name="connsiteX32" fmla="*/ 0 w 1047217"/>
                <a:gd name="connsiteY32" fmla="*/ 483965 h 1047469"/>
                <a:gd name="connsiteX33" fmla="*/ 0 w 1047217"/>
                <a:gd name="connsiteY33" fmla="*/ 563504 h 1047469"/>
                <a:gd name="connsiteX34" fmla="*/ 55060 w 1047217"/>
                <a:gd name="connsiteY34" fmla="*/ 618565 h 1047469"/>
                <a:gd name="connsiteX35" fmla="*/ 96781 w 1047217"/>
                <a:gd name="connsiteY35" fmla="*/ 618565 h 1047469"/>
                <a:gd name="connsiteX36" fmla="*/ 148254 w 1047217"/>
                <a:gd name="connsiteY36" fmla="*/ 654118 h 1047469"/>
                <a:gd name="connsiteX37" fmla="*/ 165748 w 1047217"/>
                <a:gd name="connsiteY37" fmla="*/ 694894 h 1047469"/>
                <a:gd name="connsiteX38" fmla="*/ 155239 w 1047217"/>
                <a:gd name="connsiteY38" fmla="*/ 758009 h 1047469"/>
                <a:gd name="connsiteX39" fmla="*/ 125223 w 1047217"/>
                <a:gd name="connsiteY39" fmla="*/ 788025 h 1047469"/>
                <a:gd name="connsiteX40" fmla="*/ 125223 w 1047217"/>
                <a:gd name="connsiteY40" fmla="*/ 865928 h 1047469"/>
                <a:gd name="connsiteX41" fmla="*/ 181479 w 1047217"/>
                <a:gd name="connsiteY41" fmla="*/ 922184 h 1047469"/>
                <a:gd name="connsiteX42" fmla="*/ 259382 w 1047217"/>
                <a:gd name="connsiteY42" fmla="*/ 922184 h 1047469"/>
                <a:gd name="connsiteX43" fmla="*/ 292733 w 1047217"/>
                <a:gd name="connsiteY43" fmla="*/ 888833 h 1047469"/>
                <a:gd name="connsiteX44" fmla="*/ 355218 w 1047217"/>
                <a:gd name="connsiteY44" fmla="*/ 878072 h 1047469"/>
                <a:gd name="connsiteX45" fmla="*/ 391149 w 1047217"/>
                <a:gd name="connsiteY45" fmla="*/ 892357 h 1047469"/>
                <a:gd name="connsiteX46" fmla="*/ 428779 w 1047217"/>
                <a:gd name="connsiteY46" fmla="*/ 943956 h 1047469"/>
                <a:gd name="connsiteX47" fmla="*/ 428779 w 1047217"/>
                <a:gd name="connsiteY47" fmla="*/ 992409 h 1047469"/>
                <a:gd name="connsiteX48" fmla="*/ 483840 w 1047217"/>
                <a:gd name="connsiteY48" fmla="*/ 1047470 h 1047469"/>
                <a:gd name="connsiteX49" fmla="*/ 563378 w 1047217"/>
                <a:gd name="connsiteY49" fmla="*/ 1047470 h 1047469"/>
                <a:gd name="connsiteX50" fmla="*/ 618439 w 1047217"/>
                <a:gd name="connsiteY50" fmla="*/ 992409 h 1047469"/>
                <a:gd name="connsiteX51" fmla="*/ 618439 w 1047217"/>
                <a:gd name="connsiteY51" fmla="*/ 939992 h 1047469"/>
                <a:gd name="connsiteX52" fmla="*/ 654621 w 1047217"/>
                <a:gd name="connsiteY52" fmla="*/ 888896 h 1047469"/>
                <a:gd name="connsiteX53" fmla="*/ 688853 w 1047217"/>
                <a:gd name="connsiteY53" fmla="*/ 874360 h 1047469"/>
                <a:gd name="connsiteX54" fmla="*/ 751024 w 1047217"/>
                <a:gd name="connsiteY54" fmla="*/ 885372 h 1047469"/>
                <a:gd name="connsiteX55" fmla="*/ 787899 w 1047217"/>
                <a:gd name="connsiteY55" fmla="*/ 922247 h 1047469"/>
                <a:gd name="connsiteX56" fmla="*/ 865802 w 1047217"/>
                <a:gd name="connsiteY56" fmla="*/ 922247 h 1047469"/>
                <a:gd name="connsiteX57" fmla="*/ 922058 w 1047217"/>
                <a:gd name="connsiteY57" fmla="*/ 865990 h 1047469"/>
                <a:gd name="connsiteX58" fmla="*/ 922058 w 1047217"/>
                <a:gd name="connsiteY58" fmla="*/ 788088 h 1047469"/>
                <a:gd name="connsiteX59" fmla="*/ 884428 w 1047217"/>
                <a:gd name="connsiteY59" fmla="*/ 750458 h 1047469"/>
                <a:gd name="connsiteX60" fmla="*/ 873290 w 1047217"/>
                <a:gd name="connsiteY60" fmla="*/ 688602 h 1047469"/>
                <a:gd name="connsiteX61" fmla="*/ 887511 w 1047217"/>
                <a:gd name="connsiteY61" fmla="*/ 654621 h 1047469"/>
                <a:gd name="connsiteX62" fmla="*/ 939803 w 1047217"/>
                <a:gd name="connsiteY62" fmla="*/ 618628 h 1047469"/>
                <a:gd name="connsiteX63" fmla="*/ 992158 w 1047217"/>
                <a:gd name="connsiteY63" fmla="*/ 618628 h 1047469"/>
                <a:gd name="connsiteX64" fmla="*/ 1047218 w 1047217"/>
                <a:gd name="connsiteY64" fmla="*/ 563567 h 104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047217" h="1047469">
                  <a:moveTo>
                    <a:pt x="1047155" y="563441"/>
                  </a:moveTo>
                  <a:lnTo>
                    <a:pt x="1047155" y="483903"/>
                  </a:lnTo>
                  <a:cubicBezTo>
                    <a:pt x="1047155" y="453509"/>
                    <a:pt x="1022488" y="428842"/>
                    <a:pt x="992095" y="428842"/>
                  </a:cubicBezTo>
                  <a:lnTo>
                    <a:pt x="942257" y="428842"/>
                  </a:lnTo>
                  <a:cubicBezTo>
                    <a:pt x="918723" y="428842"/>
                    <a:pt x="897328" y="414243"/>
                    <a:pt x="889651" y="391967"/>
                  </a:cubicBezTo>
                  <a:cubicBezTo>
                    <a:pt x="885498" y="379948"/>
                    <a:pt x="880778" y="368181"/>
                    <a:pt x="875555" y="356666"/>
                  </a:cubicBezTo>
                  <a:cubicBezTo>
                    <a:pt x="866053" y="335900"/>
                    <a:pt x="869955" y="311422"/>
                    <a:pt x="886127" y="295250"/>
                  </a:cubicBezTo>
                  <a:lnTo>
                    <a:pt x="921995" y="259382"/>
                  </a:lnTo>
                  <a:cubicBezTo>
                    <a:pt x="943516" y="237861"/>
                    <a:pt x="943516" y="203000"/>
                    <a:pt x="921995" y="181479"/>
                  </a:cubicBezTo>
                  <a:lnTo>
                    <a:pt x="865739" y="125223"/>
                  </a:lnTo>
                  <a:cubicBezTo>
                    <a:pt x="844218" y="103702"/>
                    <a:pt x="809357" y="103702"/>
                    <a:pt x="787836" y="125223"/>
                  </a:cubicBezTo>
                  <a:lnTo>
                    <a:pt x="755870" y="157190"/>
                  </a:lnTo>
                  <a:cubicBezTo>
                    <a:pt x="739194" y="173865"/>
                    <a:pt x="713772" y="178144"/>
                    <a:pt x="692692" y="167698"/>
                  </a:cubicBezTo>
                  <a:cubicBezTo>
                    <a:pt x="680106" y="161406"/>
                    <a:pt x="667144" y="155805"/>
                    <a:pt x="653866" y="150897"/>
                  </a:cubicBezTo>
                  <a:cubicBezTo>
                    <a:pt x="632471" y="142968"/>
                    <a:pt x="618439" y="122266"/>
                    <a:pt x="618439" y="99486"/>
                  </a:cubicBezTo>
                  <a:lnTo>
                    <a:pt x="618439" y="55060"/>
                  </a:lnTo>
                  <a:cubicBezTo>
                    <a:pt x="618439" y="24667"/>
                    <a:pt x="593772" y="0"/>
                    <a:pt x="563378" y="0"/>
                  </a:cubicBezTo>
                  <a:lnTo>
                    <a:pt x="483840" y="0"/>
                  </a:lnTo>
                  <a:cubicBezTo>
                    <a:pt x="453446" y="0"/>
                    <a:pt x="428779" y="24667"/>
                    <a:pt x="428779" y="55060"/>
                  </a:cubicBezTo>
                  <a:lnTo>
                    <a:pt x="428779" y="95522"/>
                  </a:lnTo>
                  <a:cubicBezTo>
                    <a:pt x="428779" y="118931"/>
                    <a:pt x="414054" y="140011"/>
                    <a:pt x="391904" y="147499"/>
                  </a:cubicBezTo>
                  <a:cubicBezTo>
                    <a:pt x="377368" y="152407"/>
                    <a:pt x="363210" y="158134"/>
                    <a:pt x="349555" y="164615"/>
                  </a:cubicBezTo>
                  <a:cubicBezTo>
                    <a:pt x="328727" y="174494"/>
                    <a:pt x="303934" y="169838"/>
                    <a:pt x="287636" y="153540"/>
                  </a:cubicBezTo>
                  <a:lnTo>
                    <a:pt x="259382" y="125286"/>
                  </a:lnTo>
                  <a:cubicBezTo>
                    <a:pt x="237861" y="103765"/>
                    <a:pt x="203000" y="103765"/>
                    <a:pt x="181479" y="125286"/>
                  </a:cubicBezTo>
                  <a:lnTo>
                    <a:pt x="125223" y="181542"/>
                  </a:lnTo>
                  <a:cubicBezTo>
                    <a:pt x="103702" y="203063"/>
                    <a:pt x="103702" y="237924"/>
                    <a:pt x="125223" y="259445"/>
                  </a:cubicBezTo>
                  <a:lnTo>
                    <a:pt x="152785" y="287006"/>
                  </a:lnTo>
                  <a:cubicBezTo>
                    <a:pt x="169146" y="303367"/>
                    <a:pt x="173802" y="328349"/>
                    <a:pt x="163734" y="349240"/>
                  </a:cubicBezTo>
                  <a:cubicBezTo>
                    <a:pt x="157001" y="363147"/>
                    <a:pt x="151149" y="377557"/>
                    <a:pt x="146052" y="392345"/>
                  </a:cubicBezTo>
                  <a:cubicBezTo>
                    <a:pt x="138501" y="414369"/>
                    <a:pt x="117483" y="428905"/>
                    <a:pt x="94201" y="428905"/>
                  </a:cubicBezTo>
                  <a:lnTo>
                    <a:pt x="55060" y="428905"/>
                  </a:lnTo>
                  <a:cubicBezTo>
                    <a:pt x="24667" y="428905"/>
                    <a:pt x="0" y="453572"/>
                    <a:pt x="0" y="483965"/>
                  </a:cubicBezTo>
                  <a:lnTo>
                    <a:pt x="0" y="563504"/>
                  </a:lnTo>
                  <a:cubicBezTo>
                    <a:pt x="0" y="593898"/>
                    <a:pt x="24667" y="618565"/>
                    <a:pt x="55060" y="618565"/>
                  </a:cubicBezTo>
                  <a:lnTo>
                    <a:pt x="96781" y="618565"/>
                  </a:lnTo>
                  <a:cubicBezTo>
                    <a:pt x="119686" y="618565"/>
                    <a:pt x="140451" y="632597"/>
                    <a:pt x="148254" y="654118"/>
                  </a:cubicBezTo>
                  <a:cubicBezTo>
                    <a:pt x="153351" y="668088"/>
                    <a:pt x="159203" y="681680"/>
                    <a:pt x="165748" y="694894"/>
                  </a:cubicBezTo>
                  <a:cubicBezTo>
                    <a:pt x="176256" y="715974"/>
                    <a:pt x="171851" y="741397"/>
                    <a:pt x="155239" y="758009"/>
                  </a:cubicBezTo>
                  <a:lnTo>
                    <a:pt x="125223" y="788025"/>
                  </a:lnTo>
                  <a:cubicBezTo>
                    <a:pt x="103702" y="809546"/>
                    <a:pt x="103702" y="844407"/>
                    <a:pt x="125223" y="865928"/>
                  </a:cubicBezTo>
                  <a:lnTo>
                    <a:pt x="181479" y="922184"/>
                  </a:lnTo>
                  <a:cubicBezTo>
                    <a:pt x="203000" y="943704"/>
                    <a:pt x="237861" y="943704"/>
                    <a:pt x="259382" y="922184"/>
                  </a:cubicBezTo>
                  <a:lnTo>
                    <a:pt x="292733" y="888833"/>
                  </a:lnTo>
                  <a:cubicBezTo>
                    <a:pt x="309219" y="872346"/>
                    <a:pt x="334075" y="868382"/>
                    <a:pt x="355218" y="878072"/>
                  </a:cubicBezTo>
                  <a:cubicBezTo>
                    <a:pt x="366923" y="883421"/>
                    <a:pt x="378879" y="888140"/>
                    <a:pt x="391149" y="892357"/>
                  </a:cubicBezTo>
                  <a:cubicBezTo>
                    <a:pt x="413425" y="899971"/>
                    <a:pt x="428779" y="920422"/>
                    <a:pt x="428779" y="943956"/>
                  </a:cubicBezTo>
                  <a:lnTo>
                    <a:pt x="428779" y="992409"/>
                  </a:lnTo>
                  <a:cubicBezTo>
                    <a:pt x="428779" y="1022803"/>
                    <a:pt x="453446" y="1047470"/>
                    <a:pt x="483840" y="1047470"/>
                  </a:cubicBezTo>
                  <a:lnTo>
                    <a:pt x="563378" y="1047470"/>
                  </a:lnTo>
                  <a:cubicBezTo>
                    <a:pt x="593772" y="1047470"/>
                    <a:pt x="618439" y="1022803"/>
                    <a:pt x="618439" y="992409"/>
                  </a:cubicBezTo>
                  <a:lnTo>
                    <a:pt x="618439" y="939992"/>
                  </a:lnTo>
                  <a:cubicBezTo>
                    <a:pt x="618439" y="917024"/>
                    <a:pt x="633038" y="896887"/>
                    <a:pt x="654621" y="888896"/>
                  </a:cubicBezTo>
                  <a:cubicBezTo>
                    <a:pt x="666326" y="884554"/>
                    <a:pt x="677715" y="879708"/>
                    <a:pt x="688853" y="874360"/>
                  </a:cubicBezTo>
                  <a:cubicBezTo>
                    <a:pt x="709682" y="864291"/>
                    <a:pt x="734663" y="869011"/>
                    <a:pt x="751024" y="885372"/>
                  </a:cubicBezTo>
                  <a:lnTo>
                    <a:pt x="787899" y="922247"/>
                  </a:lnTo>
                  <a:cubicBezTo>
                    <a:pt x="809420" y="943767"/>
                    <a:pt x="844281" y="943767"/>
                    <a:pt x="865802" y="922247"/>
                  </a:cubicBezTo>
                  <a:lnTo>
                    <a:pt x="922058" y="865990"/>
                  </a:lnTo>
                  <a:cubicBezTo>
                    <a:pt x="943578" y="844470"/>
                    <a:pt x="943578" y="809609"/>
                    <a:pt x="922058" y="788088"/>
                  </a:cubicBezTo>
                  <a:lnTo>
                    <a:pt x="884428" y="750458"/>
                  </a:lnTo>
                  <a:cubicBezTo>
                    <a:pt x="868130" y="734160"/>
                    <a:pt x="863410" y="709367"/>
                    <a:pt x="873290" y="688602"/>
                  </a:cubicBezTo>
                  <a:cubicBezTo>
                    <a:pt x="878576" y="677526"/>
                    <a:pt x="883295" y="666200"/>
                    <a:pt x="887511" y="654621"/>
                  </a:cubicBezTo>
                  <a:cubicBezTo>
                    <a:pt x="895440" y="632849"/>
                    <a:pt x="916583" y="618628"/>
                    <a:pt x="939803" y="618628"/>
                  </a:cubicBezTo>
                  <a:lnTo>
                    <a:pt x="992158" y="618628"/>
                  </a:lnTo>
                  <a:cubicBezTo>
                    <a:pt x="1022551" y="618628"/>
                    <a:pt x="1047218" y="593960"/>
                    <a:pt x="1047218" y="563567"/>
                  </a:cubicBezTo>
                  <a:close/>
                </a:path>
              </a:pathLst>
            </a:custGeom>
            <a:solidFill>
              <a:srgbClr val="FFD85C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4CF8A4C2-E2E9-4801-D878-CC415D2530BD}"/>
                </a:ext>
              </a:extLst>
            </p:cNvPr>
            <p:cNvSpPr/>
            <p:nvPr/>
          </p:nvSpPr>
          <p:spPr>
            <a:xfrm>
              <a:off x="575650" y="2048162"/>
              <a:ext cx="397819" cy="397819"/>
            </a:xfrm>
            <a:custGeom>
              <a:avLst/>
              <a:gdLst>
                <a:gd name="connsiteX0" fmla="*/ 397819 w 397819"/>
                <a:gd name="connsiteY0" fmla="*/ 198910 h 397819"/>
                <a:gd name="connsiteX1" fmla="*/ 198910 w 397819"/>
                <a:gd name="connsiteY1" fmla="*/ 397819 h 397819"/>
                <a:gd name="connsiteX2" fmla="*/ 0 w 397819"/>
                <a:gd name="connsiteY2" fmla="*/ 198910 h 397819"/>
                <a:gd name="connsiteX3" fmla="*/ 198910 w 397819"/>
                <a:gd name="connsiteY3" fmla="*/ 0 h 397819"/>
                <a:gd name="connsiteX4" fmla="*/ 397819 w 397819"/>
                <a:gd name="connsiteY4" fmla="*/ 198910 h 39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819" h="397819">
                  <a:moveTo>
                    <a:pt x="397819" y="198910"/>
                  </a:moveTo>
                  <a:cubicBezTo>
                    <a:pt x="397819" y="308779"/>
                    <a:pt x="308779" y="397819"/>
                    <a:pt x="198910" y="397819"/>
                  </a:cubicBezTo>
                  <a:cubicBezTo>
                    <a:pt x="89041" y="397819"/>
                    <a:pt x="0" y="308779"/>
                    <a:pt x="0" y="198910"/>
                  </a:cubicBezTo>
                  <a:cubicBezTo>
                    <a:pt x="0" y="89041"/>
                    <a:pt x="89041" y="0"/>
                    <a:pt x="198910" y="0"/>
                  </a:cubicBezTo>
                  <a:cubicBezTo>
                    <a:pt x="308779" y="0"/>
                    <a:pt x="397819" y="89041"/>
                    <a:pt x="397819" y="198910"/>
                  </a:cubicBezTo>
                  <a:close/>
                </a:path>
              </a:pathLst>
            </a:custGeom>
            <a:solidFill>
              <a:srgbClr val="3378C8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1" name="그래픽 80">
            <a:extLst>
              <a:ext uri="{FF2B5EF4-FFF2-40B4-BE49-F238E27FC236}">
                <a16:creationId xmlns:a16="http://schemas.microsoft.com/office/drawing/2014/main" id="{EB909586-6D08-0A01-846F-B0B934F70FD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28896" y="5508981"/>
            <a:ext cx="335776" cy="335776"/>
          </a:xfrm>
          <a:prstGeom prst="rect">
            <a:avLst/>
          </a:prstGeom>
        </p:spPr>
      </p:pic>
      <p:pic>
        <p:nvPicPr>
          <p:cNvPr id="85" name="그래픽 84">
            <a:extLst>
              <a:ext uri="{FF2B5EF4-FFF2-40B4-BE49-F238E27FC236}">
                <a16:creationId xmlns:a16="http://schemas.microsoft.com/office/drawing/2014/main" id="{5B98B6AA-191E-3F47-C5A2-7437B86608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19990" y="5818556"/>
            <a:ext cx="321625" cy="321625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7E940EE-9ABE-2A3B-7544-82A403E19450}"/>
              </a:ext>
            </a:extLst>
          </p:cNvPr>
          <p:cNvGrpSpPr/>
          <p:nvPr/>
        </p:nvGrpSpPr>
        <p:grpSpPr>
          <a:xfrm>
            <a:off x="6747213" y="3882051"/>
            <a:ext cx="5236249" cy="1641298"/>
            <a:chOff x="6768048" y="3882051"/>
            <a:chExt cx="5236249" cy="1641298"/>
          </a:xfrm>
        </p:grpSpPr>
        <p:pic>
          <p:nvPicPr>
            <p:cNvPr id="91" name="그래픽 90">
              <a:extLst>
                <a:ext uri="{FF2B5EF4-FFF2-40B4-BE49-F238E27FC236}">
                  <a16:creationId xmlns:a16="http://schemas.microsoft.com/office/drawing/2014/main" id="{A8FD9C56-2157-5E5A-A440-580466384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V="1">
              <a:off x="6768048" y="3882051"/>
              <a:ext cx="1663769" cy="70499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FFA678B-2EB1-169D-6EE4-F587EF397234}"/>
                </a:ext>
              </a:extLst>
            </p:cNvPr>
            <p:cNvSpPr txBox="1"/>
            <p:nvPr/>
          </p:nvSpPr>
          <p:spPr>
            <a:xfrm>
              <a:off x="6795944" y="4036068"/>
              <a:ext cx="5158567" cy="956159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TEAM 6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조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</a:t>
              </a:r>
              <a:r>
                <a:rPr lang="ko-KR" altLang="en-US" sz="24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김김이</a:t>
              </a:r>
              <a:endParaRPr lang="en-US" altLang="ko-KR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김경훈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이은비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김규택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065ADEEF-A1EB-4A5E-B31D-2DD09939039D}"/>
                </a:ext>
              </a:extLst>
            </p:cNvPr>
            <p:cNvSpPr txBox="1"/>
            <p:nvPr/>
          </p:nvSpPr>
          <p:spPr>
            <a:xfrm>
              <a:off x="6845730" y="5121188"/>
              <a:ext cx="5158567" cy="402161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[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멘토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]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김경훈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819A9C1C-0662-4499-B8DE-51A372C7FDBA}"/>
              </a:ext>
            </a:extLst>
          </p:cNvPr>
          <p:cNvPicPr>
            <a:picLocks noChangeAspect="1"/>
          </p:cNvPicPr>
          <p:nvPr/>
        </p:nvPicPr>
        <p:blipFill>
          <a:blip r:embed="rId1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110" y="6248042"/>
            <a:ext cx="1793952" cy="402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801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래픽 21">
            <a:extLst>
              <a:ext uri="{FF2B5EF4-FFF2-40B4-BE49-F238E27FC236}">
                <a16:creationId xmlns:a16="http://schemas.microsoft.com/office/drawing/2014/main" id="{DA74FF4B-66B3-60E4-0B66-EA52522245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24" y="38772"/>
            <a:ext cx="12192000" cy="6858000"/>
          </a:xfrm>
          <a:prstGeom prst="rect">
            <a:avLst/>
          </a:prstGeom>
        </p:spPr>
      </p:pic>
      <p:pic>
        <p:nvPicPr>
          <p:cNvPr id="38" name="그래픽 37">
            <a:extLst>
              <a:ext uri="{FF2B5EF4-FFF2-40B4-BE49-F238E27FC236}">
                <a16:creationId xmlns:a16="http://schemas.microsoft.com/office/drawing/2014/main" id="{02FBEB9F-9FB4-5657-130A-CD2351467C3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-1" r="27522" b="23907"/>
          <a:stretch/>
        </p:blipFill>
        <p:spPr>
          <a:xfrm flipV="1">
            <a:off x="7546066" y="-1"/>
            <a:ext cx="4645934" cy="3296669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7DEE60A-06FB-8528-5148-E5576BB19A0F}"/>
              </a:ext>
            </a:extLst>
          </p:cNvPr>
          <p:cNvGrpSpPr/>
          <p:nvPr/>
        </p:nvGrpSpPr>
        <p:grpSpPr>
          <a:xfrm>
            <a:off x="870882" y="519237"/>
            <a:ext cx="2256700" cy="1269295"/>
            <a:chOff x="870882" y="519237"/>
            <a:chExt cx="2256700" cy="126929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4733C01-501E-BDB3-3FB4-8A1A6AFBB517}"/>
                </a:ext>
              </a:extLst>
            </p:cNvPr>
            <p:cNvSpPr txBox="1"/>
            <p:nvPr/>
          </p:nvSpPr>
          <p:spPr>
            <a:xfrm>
              <a:off x="875370" y="957535"/>
              <a:ext cx="2252212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목 차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870882" y="519237"/>
              <a:ext cx="225221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AEA493-6EE8-E6E0-22D0-D4B64342FD6D}"/>
              </a:ext>
            </a:extLst>
          </p:cNvPr>
          <p:cNvGrpSpPr/>
          <p:nvPr/>
        </p:nvGrpSpPr>
        <p:grpSpPr>
          <a:xfrm>
            <a:off x="6242110" y="2376079"/>
            <a:ext cx="4633979" cy="584775"/>
            <a:chOff x="6242110" y="2376079"/>
            <a:chExt cx="4444751" cy="58477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C3CE16-3D78-432D-45D4-887A58C787A8}"/>
                </a:ext>
              </a:extLst>
            </p:cNvPr>
            <p:cNvSpPr txBox="1"/>
            <p:nvPr/>
          </p:nvSpPr>
          <p:spPr>
            <a:xfrm>
              <a:off x="7013793" y="2514579"/>
              <a:ext cx="3673068" cy="307777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개요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84A24D-EA77-472C-D9A2-BB6B189736F2}"/>
                </a:ext>
              </a:extLst>
            </p:cNvPr>
            <p:cNvSpPr txBox="1"/>
            <p:nvPr/>
          </p:nvSpPr>
          <p:spPr>
            <a:xfrm>
              <a:off x="6242110" y="2376079"/>
              <a:ext cx="77168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D20302EC-FD5F-4618-CE2E-659079D82F39}"/>
              </a:ext>
            </a:extLst>
          </p:cNvPr>
          <p:cNvGrpSpPr/>
          <p:nvPr/>
        </p:nvGrpSpPr>
        <p:grpSpPr>
          <a:xfrm>
            <a:off x="6242109" y="3175385"/>
            <a:ext cx="3976700" cy="584775"/>
            <a:chOff x="6242109" y="3175385"/>
            <a:chExt cx="3976700" cy="58477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DD6500-F434-1C7D-0147-703718F294D9}"/>
                </a:ext>
              </a:extLst>
            </p:cNvPr>
            <p:cNvSpPr txBox="1"/>
            <p:nvPr/>
          </p:nvSpPr>
          <p:spPr>
            <a:xfrm>
              <a:off x="7013793" y="3315668"/>
              <a:ext cx="3205016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팀 구성 및 역할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CA31C1-3A00-5B22-AD1D-9939B1DD6C44}"/>
                </a:ext>
              </a:extLst>
            </p:cNvPr>
            <p:cNvSpPr txBox="1"/>
            <p:nvPr/>
          </p:nvSpPr>
          <p:spPr>
            <a:xfrm>
              <a:off x="6242109" y="3175385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21147F6-73ED-B15D-3DFE-4ADAFF33C696}"/>
              </a:ext>
            </a:extLst>
          </p:cNvPr>
          <p:cNvGrpSpPr/>
          <p:nvPr/>
        </p:nvGrpSpPr>
        <p:grpSpPr>
          <a:xfrm>
            <a:off x="6242109" y="3974691"/>
            <a:ext cx="4185695" cy="584775"/>
            <a:chOff x="6242109" y="3974691"/>
            <a:chExt cx="4185695" cy="58477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44B231-400D-B96D-4FEA-0393C6C1101A}"/>
                </a:ext>
              </a:extLst>
            </p:cNvPr>
            <p:cNvSpPr txBox="1"/>
            <p:nvPr/>
          </p:nvSpPr>
          <p:spPr>
            <a:xfrm>
              <a:off x="7013793" y="4116757"/>
              <a:ext cx="3414011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절차 및 방법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A44BBDE-9A03-753D-BEBD-076DCAC77B43}"/>
                </a:ext>
              </a:extLst>
            </p:cNvPr>
            <p:cNvSpPr txBox="1"/>
            <p:nvPr/>
          </p:nvSpPr>
          <p:spPr>
            <a:xfrm>
              <a:off x="6242109" y="3974691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936AF52-1B94-6FAA-0B07-46390BD1D250}"/>
              </a:ext>
            </a:extLst>
          </p:cNvPr>
          <p:cNvGrpSpPr/>
          <p:nvPr/>
        </p:nvGrpSpPr>
        <p:grpSpPr>
          <a:xfrm>
            <a:off x="6242109" y="4773997"/>
            <a:ext cx="3843845" cy="584775"/>
            <a:chOff x="6242109" y="4773997"/>
            <a:chExt cx="3078371" cy="58477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011022-0A21-498C-52F2-7DEE3D0CBE42}"/>
                </a:ext>
              </a:extLst>
            </p:cNvPr>
            <p:cNvSpPr txBox="1"/>
            <p:nvPr/>
          </p:nvSpPr>
          <p:spPr>
            <a:xfrm>
              <a:off x="6835591" y="4917846"/>
              <a:ext cx="2484889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시나리오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B5840F-C867-1449-73D3-066733F5C22F}"/>
                </a:ext>
              </a:extLst>
            </p:cNvPr>
            <p:cNvSpPr txBox="1"/>
            <p:nvPr/>
          </p:nvSpPr>
          <p:spPr>
            <a:xfrm>
              <a:off x="6242109" y="4773997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B796DA2-A294-786D-A804-14A5CA4298D2}"/>
              </a:ext>
            </a:extLst>
          </p:cNvPr>
          <p:cNvSpPr txBox="1"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2" name="그래픽 41">
            <a:extLst>
              <a:ext uri="{FF2B5EF4-FFF2-40B4-BE49-F238E27FC236}">
                <a16:creationId xmlns:a16="http://schemas.microsoft.com/office/drawing/2014/main" id="{5807ED90-BD54-871A-198F-7B8B0FF7B0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042684" y="4289182"/>
            <a:ext cx="142875" cy="142875"/>
          </a:xfrm>
          <a:prstGeom prst="rect">
            <a:avLst/>
          </a:prstGeom>
        </p:spPr>
      </p:pic>
      <p:pic>
        <p:nvPicPr>
          <p:cNvPr id="50" name="그래픽 49">
            <a:extLst>
              <a:ext uri="{FF2B5EF4-FFF2-40B4-BE49-F238E27FC236}">
                <a16:creationId xmlns:a16="http://schemas.microsoft.com/office/drawing/2014/main" id="{30C31F35-2805-AE48-BDF2-EA025493CB2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073038" y="1555170"/>
            <a:ext cx="233362" cy="233362"/>
          </a:xfrm>
          <a:prstGeom prst="rect">
            <a:avLst/>
          </a:prstGeom>
        </p:spPr>
      </p:pic>
      <p:pic>
        <p:nvPicPr>
          <p:cNvPr id="52" name="그래픽 51">
            <a:extLst>
              <a:ext uri="{FF2B5EF4-FFF2-40B4-BE49-F238E27FC236}">
                <a16:creationId xmlns:a16="http://schemas.microsoft.com/office/drawing/2014/main" id="{CE4DB9DB-68C0-99C7-C871-369EF59049A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2700000">
            <a:off x="11933337" y="302760"/>
            <a:ext cx="343679" cy="343679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EBF7D4C4-C114-692A-CA6C-BFE8DEAD4DDC}"/>
              </a:ext>
            </a:extLst>
          </p:cNvPr>
          <p:cNvGrpSpPr/>
          <p:nvPr/>
        </p:nvGrpSpPr>
        <p:grpSpPr>
          <a:xfrm>
            <a:off x="296588" y="1043222"/>
            <a:ext cx="6161017" cy="4371570"/>
            <a:chOff x="296588" y="1043222"/>
            <a:chExt cx="6161017" cy="4371570"/>
          </a:xfrm>
        </p:grpSpPr>
        <p:pic>
          <p:nvPicPr>
            <p:cNvPr id="25" name="그래픽 24">
              <a:extLst>
                <a:ext uri="{FF2B5EF4-FFF2-40B4-BE49-F238E27FC236}">
                  <a16:creationId xmlns:a16="http://schemas.microsoft.com/office/drawing/2014/main" id="{2B60E93F-B972-BFFC-0CF7-C8C6035FC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46394" y="1043222"/>
              <a:ext cx="6111211" cy="3433995"/>
            </a:xfrm>
            <a:prstGeom prst="rect">
              <a:avLst/>
            </a:prstGeom>
          </p:spPr>
        </p:pic>
        <p:pic>
          <p:nvPicPr>
            <p:cNvPr id="40" name="그래픽 39">
              <a:extLst>
                <a:ext uri="{FF2B5EF4-FFF2-40B4-BE49-F238E27FC236}">
                  <a16:creationId xmlns:a16="http://schemas.microsoft.com/office/drawing/2014/main" id="{E5BD5758-E313-FA1D-F891-ED6E4998A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709557" y="5176667"/>
              <a:ext cx="238125" cy="238125"/>
            </a:xfrm>
            <a:prstGeom prst="rect">
              <a:avLst/>
            </a:prstGeom>
          </p:spPr>
        </p:pic>
        <p:pic>
          <p:nvPicPr>
            <p:cNvPr id="46" name="그래픽 45">
              <a:extLst>
                <a:ext uri="{FF2B5EF4-FFF2-40B4-BE49-F238E27FC236}">
                  <a16:creationId xmlns:a16="http://schemas.microsoft.com/office/drawing/2014/main" id="{67B47286-5E9D-782A-E602-D5E6C06D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538270" y="4298532"/>
              <a:ext cx="106965" cy="106965"/>
            </a:xfrm>
            <a:prstGeom prst="rect">
              <a:avLst/>
            </a:prstGeom>
          </p:spPr>
        </p:pic>
        <p:pic>
          <p:nvPicPr>
            <p:cNvPr id="48" name="그래픽 47">
              <a:extLst>
                <a:ext uri="{FF2B5EF4-FFF2-40B4-BE49-F238E27FC236}">
                  <a16:creationId xmlns:a16="http://schemas.microsoft.com/office/drawing/2014/main" id="{E638B003-6F0A-E445-44EF-5D295FB0A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203634" y="2752292"/>
              <a:ext cx="320555" cy="320555"/>
            </a:xfrm>
            <a:prstGeom prst="rect">
              <a:avLst/>
            </a:prstGeom>
          </p:spPr>
        </p:pic>
        <p:pic>
          <p:nvPicPr>
            <p:cNvPr id="54" name="그래픽 53">
              <a:extLst>
                <a:ext uri="{FF2B5EF4-FFF2-40B4-BE49-F238E27FC236}">
                  <a16:creationId xmlns:a16="http://schemas.microsoft.com/office/drawing/2014/main" id="{FB713AF8-DDAC-1DA9-8897-D1948DF33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296588" y="1824462"/>
              <a:ext cx="320555" cy="3043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9393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래픽 16">
            <a:extLst>
              <a:ext uri="{FF2B5EF4-FFF2-40B4-BE49-F238E27FC236}">
                <a16:creationId xmlns:a16="http://schemas.microsoft.com/office/drawing/2014/main" id="{5D7D92DC-AA5F-DB8A-4577-CE6DDC763B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2" name="그래픽 1">
            <a:extLst>
              <a:ext uri="{FF2B5EF4-FFF2-40B4-BE49-F238E27FC236}">
                <a16:creationId xmlns:a16="http://schemas.microsoft.com/office/drawing/2014/main" id="{987BCEF9-B226-F362-6313-E55EE991184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690201" y="2921071"/>
            <a:ext cx="178594" cy="178594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4B110257-EB8E-76DE-368E-E544EFAFF9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0272352">
            <a:off x="386994" y="5199830"/>
            <a:ext cx="186904" cy="207671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44921"/>
          <a:stretch/>
        </p:blipFill>
        <p:spPr>
          <a:xfrm rot="10800000">
            <a:off x="11016342" y="4659684"/>
            <a:ext cx="1175656" cy="7799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672483" y="1997405"/>
            <a:ext cx="149373" cy="149373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6C06CAEA-D42C-8C82-E16B-734CD805394A}"/>
              </a:ext>
            </a:extLst>
          </p:cNvPr>
          <p:cNvGrpSpPr/>
          <p:nvPr/>
        </p:nvGrpSpPr>
        <p:grpSpPr>
          <a:xfrm>
            <a:off x="7339012" y="2070157"/>
            <a:ext cx="2122307" cy="3863473"/>
            <a:chOff x="7348911" y="2373418"/>
            <a:chExt cx="2122307" cy="3803725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B1E00A0C-E033-E8EB-4A85-EABC364FE2F4}"/>
                </a:ext>
              </a:extLst>
            </p:cNvPr>
            <p:cNvGrpSpPr/>
            <p:nvPr/>
          </p:nvGrpSpPr>
          <p:grpSpPr>
            <a:xfrm>
              <a:off x="7348911" y="2567441"/>
              <a:ext cx="2122307" cy="3609702"/>
              <a:chOff x="2815881" y="2567441"/>
              <a:chExt cx="2122307" cy="3609702"/>
            </a:xfrm>
            <a:effectLst/>
          </p:grpSpPr>
          <p:sp>
            <p:nvSpPr>
              <p:cNvPr id="35" name="사각형: 둥근 위쪽 모서리 34">
                <a:extLst>
                  <a:ext uri="{FF2B5EF4-FFF2-40B4-BE49-F238E27FC236}">
                    <a16:creationId xmlns:a16="http://schemas.microsoft.com/office/drawing/2014/main" id="{AD146179-C1F1-3711-0B2A-B9627695808E}"/>
                  </a:ext>
                </a:extLst>
              </p:cNvPr>
              <p:cNvSpPr/>
              <p:nvPr/>
            </p:nvSpPr>
            <p:spPr>
              <a:xfrm>
                <a:off x="2815881" y="2567441"/>
                <a:ext cx="2122307" cy="3609702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4B042380-0F27-357E-BDB8-039E536A1A5F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BCA0D17-CB83-60D4-6F44-E62408BFE773}"/>
                </a:ext>
              </a:extLst>
            </p:cNvPr>
            <p:cNvGrpSpPr/>
            <p:nvPr/>
          </p:nvGrpSpPr>
          <p:grpSpPr>
            <a:xfrm>
              <a:off x="8203202" y="2373418"/>
              <a:ext cx="408282" cy="351966"/>
              <a:chOff x="450324" y="2128945"/>
              <a:chExt cx="889526" cy="766832"/>
            </a:xfrm>
          </p:grpSpPr>
          <p:sp>
            <p:nvSpPr>
              <p:cNvPr id="21" name="육각형 20">
                <a:extLst>
                  <a:ext uri="{FF2B5EF4-FFF2-40B4-BE49-F238E27FC236}">
                    <a16:creationId xmlns:a16="http://schemas.microsoft.com/office/drawing/2014/main" id="{88D704B2-061D-BCA3-26C9-FF5A1B078C7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" name="자유형: 도형 23">
                <a:extLst>
                  <a:ext uri="{FF2B5EF4-FFF2-40B4-BE49-F238E27FC236}">
                    <a16:creationId xmlns:a16="http://schemas.microsoft.com/office/drawing/2014/main" id="{FCB1DB5E-57FA-B081-7842-479DE5036470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75BD135-58A4-FB54-3A11-75A3487B65B0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C547BD1-FC8C-AF26-C281-E98B0339386D}"/>
                </a:ext>
              </a:extLst>
            </p:cNvPr>
            <p:cNvSpPr txBox="1"/>
            <p:nvPr/>
          </p:nvSpPr>
          <p:spPr>
            <a:xfrm>
              <a:off x="7557944" y="3060042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프로젝트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구조</a:t>
              </a:r>
              <a:endParaRPr lang="en-US" altLang="ko-KR" sz="19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C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0E5BBE0F-3417-3F88-1387-99E3FB412ECD}"/>
              </a:ext>
            </a:extLst>
          </p:cNvPr>
          <p:cNvGrpSpPr/>
          <p:nvPr/>
        </p:nvGrpSpPr>
        <p:grpSpPr>
          <a:xfrm>
            <a:off x="493741" y="2070158"/>
            <a:ext cx="2133249" cy="3817026"/>
            <a:chOff x="501798" y="2373418"/>
            <a:chExt cx="2133249" cy="3803725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14783ACD-1AA6-FF6B-495F-A59938EC7ED4}"/>
                </a:ext>
              </a:extLst>
            </p:cNvPr>
            <p:cNvGrpSpPr/>
            <p:nvPr/>
          </p:nvGrpSpPr>
          <p:grpSpPr>
            <a:xfrm>
              <a:off x="501798" y="2626300"/>
              <a:ext cx="2133249" cy="3550843"/>
              <a:chOff x="541891" y="2626300"/>
              <a:chExt cx="2133249" cy="3550843"/>
            </a:xfrm>
            <a:effectLst/>
          </p:grpSpPr>
          <p:sp>
            <p:nvSpPr>
              <p:cNvPr id="89" name="사각형: 둥근 위쪽 모서리 88">
                <a:extLst>
                  <a:ext uri="{FF2B5EF4-FFF2-40B4-BE49-F238E27FC236}">
                    <a16:creationId xmlns:a16="http://schemas.microsoft.com/office/drawing/2014/main" id="{9487F184-B80E-E980-A76D-497489E39B5B}"/>
                  </a:ext>
                </a:extLst>
              </p:cNvPr>
              <p:cNvSpPr/>
              <p:nvPr/>
            </p:nvSpPr>
            <p:spPr>
              <a:xfrm>
                <a:off x="552833" y="2626300"/>
                <a:ext cx="2122307" cy="3512031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0" name="직사각형 89">
                <a:extLst>
                  <a:ext uri="{FF2B5EF4-FFF2-40B4-BE49-F238E27FC236}">
                    <a16:creationId xmlns:a16="http://schemas.microsoft.com/office/drawing/2014/main" id="{7533C0E5-37D4-666D-ED97-04FE66D8AA07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3F42FBE-711F-2AE5-DA50-EBCDB0265D7B}"/>
                </a:ext>
              </a:extLst>
            </p:cNvPr>
            <p:cNvSpPr txBox="1"/>
            <p:nvPr/>
          </p:nvSpPr>
          <p:spPr>
            <a:xfrm>
              <a:off x="710830" y="3060042"/>
              <a:ext cx="1704241" cy="9805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주제 및 선정 배경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b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기획의도</a:t>
              </a:r>
            </a:p>
          </p:txBody>
        </p:sp>
        <p:grpSp>
          <p:nvGrpSpPr>
            <p:cNvPr id="83" name="그룹 82">
              <a:extLst>
                <a:ext uri="{FF2B5EF4-FFF2-40B4-BE49-F238E27FC236}">
                  <a16:creationId xmlns:a16="http://schemas.microsoft.com/office/drawing/2014/main" id="{899B77B5-7708-F027-9821-B23D2CEEC13C}"/>
                </a:ext>
              </a:extLst>
            </p:cNvPr>
            <p:cNvGrpSpPr/>
            <p:nvPr/>
          </p:nvGrpSpPr>
          <p:grpSpPr>
            <a:xfrm>
              <a:off x="1398903" y="2373418"/>
              <a:ext cx="408282" cy="388045"/>
              <a:chOff x="450324" y="2128945"/>
              <a:chExt cx="889526" cy="845438"/>
            </a:xfrm>
          </p:grpSpPr>
          <p:sp>
            <p:nvSpPr>
              <p:cNvPr id="86" name="육각형 85">
                <a:extLst>
                  <a:ext uri="{FF2B5EF4-FFF2-40B4-BE49-F238E27FC236}">
                    <a16:creationId xmlns:a16="http://schemas.microsoft.com/office/drawing/2014/main" id="{F6936F92-A6DE-5ACE-9B7A-91588D13D8D9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7" name="자유형: 도형 86">
                <a:extLst>
                  <a:ext uri="{FF2B5EF4-FFF2-40B4-BE49-F238E27FC236}">
                    <a16:creationId xmlns:a16="http://schemas.microsoft.com/office/drawing/2014/main" id="{3A2FA4EF-8448-1B99-E95A-6C8D85E801EB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CFB97A8-0377-4583-43C1-B930793AB1B7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7024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77EFC602-0655-EA65-32C1-E8D5294AECFB}"/>
              </a:ext>
            </a:extLst>
          </p:cNvPr>
          <p:cNvGrpSpPr/>
          <p:nvPr/>
        </p:nvGrpSpPr>
        <p:grpSpPr>
          <a:xfrm>
            <a:off x="2766883" y="2087840"/>
            <a:ext cx="2142110" cy="3806004"/>
            <a:chOff x="2764366" y="2373418"/>
            <a:chExt cx="2142110" cy="3803725"/>
          </a:xfrm>
        </p:grpSpPr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B865315C-A3ED-823F-9D27-0B0DB41EC7B2}"/>
                </a:ext>
              </a:extLst>
            </p:cNvPr>
            <p:cNvGrpSpPr/>
            <p:nvPr/>
          </p:nvGrpSpPr>
          <p:grpSpPr>
            <a:xfrm>
              <a:off x="2764366" y="2609362"/>
              <a:ext cx="2142110" cy="3567781"/>
              <a:chOff x="2796078" y="2609362"/>
              <a:chExt cx="2142110" cy="3567781"/>
            </a:xfrm>
            <a:effectLst/>
          </p:grpSpPr>
          <p:sp>
            <p:nvSpPr>
              <p:cNvPr id="100" name="사각형: 둥근 위쪽 모서리 99">
                <a:extLst>
                  <a:ext uri="{FF2B5EF4-FFF2-40B4-BE49-F238E27FC236}">
                    <a16:creationId xmlns:a16="http://schemas.microsoft.com/office/drawing/2014/main" id="{BBADC5C0-E325-0E29-F1CB-2BBDC807F88A}"/>
                  </a:ext>
                </a:extLst>
              </p:cNvPr>
              <p:cNvSpPr/>
              <p:nvPr/>
            </p:nvSpPr>
            <p:spPr>
              <a:xfrm>
                <a:off x="2796078" y="2609362"/>
                <a:ext cx="2122307" cy="3464833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1" name="직사각형 100">
                <a:extLst>
                  <a:ext uri="{FF2B5EF4-FFF2-40B4-BE49-F238E27FC236}">
                    <a16:creationId xmlns:a16="http://schemas.microsoft.com/office/drawing/2014/main" id="{212270CE-CB89-13D3-2499-5C569A88DAEE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27AD5890-AF29-E0F7-5DF1-9DF4B1625828}"/>
                </a:ext>
              </a:extLst>
            </p:cNvPr>
            <p:cNvGrpSpPr/>
            <p:nvPr/>
          </p:nvGrpSpPr>
          <p:grpSpPr>
            <a:xfrm>
              <a:off x="3688352" y="2373418"/>
              <a:ext cx="408282" cy="351966"/>
              <a:chOff x="450324" y="2128945"/>
              <a:chExt cx="889526" cy="766832"/>
            </a:xfrm>
          </p:grpSpPr>
          <p:sp>
            <p:nvSpPr>
              <p:cNvPr id="97" name="육각형 96">
                <a:extLst>
                  <a:ext uri="{FF2B5EF4-FFF2-40B4-BE49-F238E27FC236}">
                    <a16:creationId xmlns:a16="http://schemas.microsoft.com/office/drawing/2014/main" id="{8AD1C042-8D07-9E58-1A73-AFEE6C2785CC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8" name="자유형: 도형 97">
                <a:extLst>
                  <a:ext uri="{FF2B5EF4-FFF2-40B4-BE49-F238E27FC236}">
                    <a16:creationId xmlns:a16="http://schemas.microsoft.com/office/drawing/2014/main" id="{5C50914A-ADE3-6AA2-6754-C3EFBEB768D9}"/>
                  </a:ext>
                </a:extLst>
              </p:cNvPr>
              <p:cNvSpPr/>
              <p:nvPr/>
            </p:nvSpPr>
            <p:spPr>
              <a:xfrm rot="4666750">
                <a:off x="505812" y="2117834"/>
                <a:ext cx="667575" cy="69854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CA1A6F98-920F-FD16-1543-468789EEEDEF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86D7F53-B19B-7B51-63AC-E8DAEA19E2B8}"/>
                </a:ext>
              </a:extLst>
            </p:cNvPr>
            <p:cNvSpPr txBox="1"/>
            <p:nvPr/>
          </p:nvSpPr>
          <p:spPr>
            <a:xfrm>
              <a:off x="2993202" y="3060042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프로젝트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내용</a:t>
              </a:r>
              <a: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 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5EAF9AB-4D7C-5465-0AF3-CD762D73A6DD}"/>
                </a:ext>
              </a:extLst>
            </p:cNvPr>
            <p:cNvSpPr txBox="1"/>
            <p:nvPr/>
          </p:nvSpPr>
          <p:spPr>
            <a:xfrm>
              <a:off x="2784107" y="4304271"/>
              <a:ext cx="2122307" cy="13103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Canvas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API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를 사용하여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게임 내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Objects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를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JQuery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및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JS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로 구현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레이아웃 및 상호작용을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Bootstrap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을 포함한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HTML,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CSS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로 구현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1214E4F1-BB37-F167-4210-26A757521B0C}"/>
              </a:ext>
            </a:extLst>
          </p:cNvPr>
          <p:cNvGrpSpPr/>
          <p:nvPr/>
        </p:nvGrpSpPr>
        <p:grpSpPr>
          <a:xfrm>
            <a:off x="5056641" y="2098569"/>
            <a:ext cx="2162305" cy="3835061"/>
            <a:chOff x="5066540" y="2373418"/>
            <a:chExt cx="2162305" cy="3803725"/>
          </a:xfrm>
        </p:grpSpPr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78A4A06D-5101-B6C5-2F44-97F7FFB0E367}"/>
                </a:ext>
              </a:extLst>
            </p:cNvPr>
            <p:cNvGrpSpPr/>
            <p:nvPr/>
          </p:nvGrpSpPr>
          <p:grpSpPr>
            <a:xfrm>
              <a:off x="5066540" y="2596932"/>
              <a:ext cx="2162305" cy="3580211"/>
              <a:chOff x="541891" y="2596932"/>
              <a:chExt cx="2162305" cy="3580211"/>
            </a:xfrm>
            <a:effectLst/>
          </p:grpSpPr>
          <p:sp>
            <p:nvSpPr>
              <p:cNvPr id="111" name="사각형: 둥근 위쪽 모서리 110">
                <a:extLst>
                  <a:ext uri="{FF2B5EF4-FFF2-40B4-BE49-F238E27FC236}">
                    <a16:creationId xmlns:a16="http://schemas.microsoft.com/office/drawing/2014/main" id="{F72DAD37-8C9C-A1D9-B260-16DAC4007425}"/>
                  </a:ext>
                </a:extLst>
              </p:cNvPr>
              <p:cNvSpPr/>
              <p:nvPr/>
            </p:nvSpPr>
            <p:spPr>
              <a:xfrm>
                <a:off x="581889" y="2596932"/>
                <a:ext cx="2122307" cy="3580211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2" name="직사각형 111">
                <a:extLst>
                  <a:ext uri="{FF2B5EF4-FFF2-40B4-BE49-F238E27FC236}">
                    <a16:creationId xmlns:a16="http://schemas.microsoft.com/office/drawing/2014/main" id="{FE7EC4F7-D4F8-F4A3-01C4-3E8C7714799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04" name="그룹 103">
              <a:extLst>
                <a:ext uri="{FF2B5EF4-FFF2-40B4-BE49-F238E27FC236}">
                  <a16:creationId xmlns:a16="http://schemas.microsoft.com/office/drawing/2014/main" id="{B410AAFA-ABAB-A573-8432-15C5B3A0C32F}"/>
                </a:ext>
              </a:extLst>
            </p:cNvPr>
            <p:cNvGrpSpPr/>
            <p:nvPr/>
          </p:nvGrpSpPr>
          <p:grpSpPr>
            <a:xfrm>
              <a:off x="5923552" y="2373418"/>
              <a:ext cx="408282" cy="351966"/>
              <a:chOff x="450324" y="2128945"/>
              <a:chExt cx="889526" cy="766832"/>
            </a:xfrm>
          </p:grpSpPr>
          <p:sp>
            <p:nvSpPr>
              <p:cNvPr id="108" name="육각형 107">
                <a:extLst>
                  <a:ext uri="{FF2B5EF4-FFF2-40B4-BE49-F238E27FC236}">
                    <a16:creationId xmlns:a16="http://schemas.microsoft.com/office/drawing/2014/main" id="{AE51D1FE-03C0-C049-C523-94B45875B5B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09" name="자유형: 도형 108">
                <a:extLst>
                  <a:ext uri="{FF2B5EF4-FFF2-40B4-BE49-F238E27FC236}">
                    <a16:creationId xmlns:a16="http://schemas.microsoft.com/office/drawing/2014/main" id="{364AFCE3-9443-9AA3-E7F4-393D5C3EC046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6BB7FA7-4265-9252-35CB-18E831EA9EE9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289313C-4C2B-5EE0-C9F0-90127689E2F1}"/>
                </a:ext>
              </a:extLst>
            </p:cNvPr>
            <p:cNvSpPr txBox="1"/>
            <p:nvPr/>
          </p:nvSpPr>
          <p:spPr>
            <a:xfrm>
              <a:off x="5275573" y="3060042"/>
              <a:ext cx="1704241" cy="3711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배경 기술</a:t>
              </a:r>
              <a:endParaRPr lang="en-US" altLang="ko-KR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CB80E50D-4435-40D3-6132-B95A7BAC651C}"/>
                </a:ext>
              </a:extLst>
            </p:cNvPr>
            <p:cNvSpPr txBox="1"/>
            <p:nvPr/>
          </p:nvSpPr>
          <p:spPr>
            <a:xfrm>
              <a:off x="5079126" y="4208095"/>
              <a:ext cx="2122307" cy="170014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개발 도구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</a:t>
              </a:r>
              <a:r>
                <a:rPr lang="en-US" altLang="ko-KR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VSCode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개발 언어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&amp;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프레임워크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-HTML5, CSS3, Javascript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-Bootstrap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</a:t>
              </a:r>
              <a:r>
                <a:rPr lang="en-US" altLang="ko-KR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JQuery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1A784CCE-E54B-C0F2-3979-277593F62A92}"/>
              </a:ext>
            </a:extLst>
          </p:cNvPr>
          <p:cNvGrpSpPr/>
          <p:nvPr/>
        </p:nvGrpSpPr>
        <p:grpSpPr>
          <a:xfrm>
            <a:off x="9621384" y="2070157"/>
            <a:ext cx="2145598" cy="3863473"/>
            <a:chOff x="9631283" y="2373418"/>
            <a:chExt cx="2145598" cy="3803725"/>
          </a:xfrm>
        </p:grpSpPr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9A6EBD5C-A4FC-1FDE-C45A-C129D11A7773}"/>
                </a:ext>
              </a:extLst>
            </p:cNvPr>
            <p:cNvGrpSpPr/>
            <p:nvPr/>
          </p:nvGrpSpPr>
          <p:grpSpPr>
            <a:xfrm>
              <a:off x="9631283" y="2567441"/>
              <a:ext cx="2122307" cy="3609702"/>
              <a:chOff x="541891" y="2567441"/>
              <a:chExt cx="2122307" cy="3609702"/>
            </a:xfrm>
            <a:effectLst/>
          </p:grpSpPr>
          <p:sp>
            <p:nvSpPr>
              <p:cNvPr id="122" name="사각형: 둥근 위쪽 모서리 121">
                <a:extLst>
                  <a:ext uri="{FF2B5EF4-FFF2-40B4-BE49-F238E27FC236}">
                    <a16:creationId xmlns:a16="http://schemas.microsoft.com/office/drawing/2014/main" id="{9F1D2BA5-A67E-8CA8-68CC-CC5DD3253E8D}"/>
                  </a:ext>
                </a:extLst>
              </p:cNvPr>
              <p:cNvSpPr/>
              <p:nvPr/>
            </p:nvSpPr>
            <p:spPr>
              <a:xfrm>
                <a:off x="541891" y="2567441"/>
                <a:ext cx="2122307" cy="3609702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E43722B3-BD0E-2ECA-6689-6A2C0563E3C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15" name="그룹 114">
              <a:extLst>
                <a:ext uri="{FF2B5EF4-FFF2-40B4-BE49-F238E27FC236}">
                  <a16:creationId xmlns:a16="http://schemas.microsoft.com/office/drawing/2014/main" id="{C64B61DA-1255-6FB8-B1A7-48CDA752882F}"/>
                </a:ext>
              </a:extLst>
            </p:cNvPr>
            <p:cNvGrpSpPr/>
            <p:nvPr/>
          </p:nvGrpSpPr>
          <p:grpSpPr>
            <a:xfrm>
              <a:off x="10488295" y="2373418"/>
              <a:ext cx="408282" cy="351966"/>
              <a:chOff x="450324" y="2128945"/>
              <a:chExt cx="889526" cy="766832"/>
            </a:xfrm>
          </p:grpSpPr>
          <p:sp>
            <p:nvSpPr>
              <p:cNvPr id="119" name="육각형 118">
                <a:extLst>
                  <a:ext uri="{FF2B5EF4-FFF2-40B4-BE49-F238E27FC236}">
                    <a16:creationId xmlns:a16="http://schemas.microsoft.com/office/drawing/2014/main" id="{0F2F5C11-84D6-40F6-58B4-4FE0F40AE182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0" name="자유형: 도형 119">
                <a:extLst>
                  <a:ext uri="{FF2B5EF4-FFF2-40B4-BE49-F238E27FC236}">
                    <a16:creationId xmlns:a16="http://schemas.microsoft.com/office/drawing/2014/main" id="{2446D4A2-DACF-C677-5F03-56CE8A2EFC79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B19A7F1C-BDCB-C77C-081D-155B7A2BD92B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5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56350446-6771-1509-1C33-D986D90321A6}"/>
                </a:ext>
              </a:extLst>
            </p:cNvPr>
            <p:cNvSpPr txBox="1"/>
            <p:nvPr/>
          </p:nvSpPr>
          <p:spPr>
            <a:xfrm>
              <a:off x="9833059" y="3060042"/>
              <a:ext cx="1704241" cy="3654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기대 효과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D87F30DB-0C46-D738-9EDC-BA98CB38FF11}"/>
                </a:ext>
              </a:extLst>
            </p:cNvPr>
            <p:cNvSpPr txBox="1"/>
            <p:nvPr/>
          </p:nvSpPr>
          <p:spPr>
            <a:xfrm>
              <a:off x="9654574" y="4226289"/>
              <a:ext cx="2122307" cy="690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간단한 </a:t>
              </a:r>
              <a:r>
                <a:rPr lang="ko-KR" altLang="en-US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웹페이지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구현으로 개인별 기술 스택 점검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및 협업 능력 향상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832EDE8-4F26-8DFD-4E54-9E0145854A7B}"/>
              </a:ext>
            </a:extLst>
          </p:cNvPr>
          <p:cNvSpPr txBox="1"/>
          <p:nvPr/>
        </p:nvSpPr>
        <p:spPr>
          <a:xfrm>
            <a:off x="511024" y="4015901"/>
            <a:ext cx="2122307" cy="90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물리 엔진을 사용하지 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않고 물리 법칙이 적용된 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웹 기반 게임 구현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6982FB-7CE7-35A3-9648-97A5E0DEA2D5}"/>
              </a:ext>
            </a:extLst>
          </p:cNvPr>
          <p:cNvSpPr txBox="1"/>
          <p:nvPr/>
        </p:nvSpPr>
        <p:spPr>
          <a:xfrm>
            <a:off x="7406592" y="3920770"/>
            <a:ext cx="2122307" cy="1090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프론트 엔드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-HTML, CSS, JS</a:t>
            </a:r>
          </a:p>
          <a:p>
            <a:pPr algn="ctr">
              <a:lnSpc>
                <a:spcPct val="110000"/>
              </a:lnSpc>
              <a:defRPr/>
            </a:pP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테스트 환경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-live server</a:t>
            </a:r>
          </a:p>
        </p:txBody>
      </p:sp>
    </p:spTree>
    <p:extLst>
      <p:ext uri="{BB962C8B-B14F-4D97-AF65-F5344CB8AC3E}">
        <p14:creationId xmlns:p14="http://schemas.microsoft.com/office/powerpoint/2010/main" val="20312154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팀 구성 및 역할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BDFBBF1-E84A-9DDF-73E2-960C99C4BAB5}"/>
              </a:ext>
            </a:extLst>
          </p:cNvPr>
          <p:cNvGrpSpPr/>
          <p:nvPr/>
        </p:nvGrpSpPr>
        <p:grpSpPr>
          <a:xfrm>
            <a:off x="486866" y="1928291"/>
            <a:ext cx="11218265" cy="378909"/>
            <a:chOff x="541891" y="2097591"/>
            <a:chExt cx="11218265" cy="378909"/>
          </a:xfrm>
        </p:grpSpPr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DE5DD20A-D98D-477C-D6C5-F50C33B663C9}"/>
                </a:ext>
              </a:extLst>
            </p:cNvPr>
            <p:cNvSpPr/>
            <p:nvPr/>
          </p:nvSpPr>
          <p:spPr>
            <a:xfrm>
              <a:off x="541891" y="2097591"/>
              <a:ext cx="11218265" cy="378909"/>
            </a:xfrm>
            <a:prstGeom prst="roundRect">
              <a:avLst/>
            </a:prstGeom>
            <a:solidFill>
              <a:srgbClr val="3378C8"/>
            </a:solidFill>
            <a:ln>
              <a:noFill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767EBB8-F256-651E-8870-1A2D77D8249A}"/>
                </a:ext>
              </a:extLst>
            </p:cNvPr>
            <p:cNvSpPr txBox="1"/>
            <p:nvPr/>
          </p:nvSpPr>
          <p:spPr>
            <a:xfrm>
              <a:off x="760387" y="2136129"/>
              <a:ext cx="547013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6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조 </a:t>
              </a:r>
              <a:r>
                <a:rPr lang="ko-KR" altLang="en-US" sz="14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김김이</a:t>
              </a:r>
              <a:endPara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B6F09869-21B3-E967-FCA1-6C7319A8C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1236373"/>
              </p:ext>
            </p:extLst>
          </p:nvPr>
        </p:nvGraphicFramePr>
        <p:xfrm>
          <a:off x="464193" y="2502904"/>
          <a:ext cx="11218265" cy="3666223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2244072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7475593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</a:tblGrid>
              <a:tr h="5617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훈련생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역할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담당 업무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김경훈</a:t>
                      </a:r>
                      <a:endParaRPr lang="ko-KR" altLang="en-US" sz="1600" b="1" i="0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팀장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이은비</a:t>
                      </a:r>
                      <a:endParaRPr lang="ko-KR" altLang="en-US" sz="1600" b="1" i="0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팀원</a:t>
                      </a:r>
                      <a:endParaRPr lang="en-US" altLang="ko-KR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6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김규택</a:t>
                      </a:r>
                      <a:endParaRPr lang="ko-KR" altLang="en-US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팀원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lang="ko-KR" altLang="en-US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122" name="그래픽 121">
            <a:extLst>
              <a:ext uri="{FF2B5EF4-FFF2-40B4-BE49-F238E27FC236}">
                <a16:creationId xmlns:a16="http://schemas.microsoft.com/office/drawing/2014/main" id="{651648DD-586C-CE25-FB11-AE7760A15C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98832" y="5934268"/>
            <a:ext cx="109959" cy="109959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EEDF178-AE45-78BF-93DC-29DA514FC743}"/>
              </a:ext>
            </a:extLst>
          </p:cNvPr>
          <p:cNvGrpSpPr/>
          <p:nvPr/>
        </p:nvGrpSpPr>
        <p:grpSpPr>
          <a:xfrm>
            <a:off x="4525872" y="3272959"/>
            <a:ext cx="2203949" cy="385186"/>
            <a:chOff x="4525872" y="3465937"/>
            <a:chExt cx="2203949" cy="385186"/>
          </a:xfrm>
        </p:grpSpPr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A4D5C7C2-665C-7F5E-7CF3-7A15FA837188}"/>
                </a:ext>
              </a:extLst>
            </p:cNvPr>
            <p:cNvSpPr/>
            <p:nvPr/>
          </p:nvSpPr>
          <p:spPr>
            <a:xfrm>
              <a:off x="4525872" y="3465937"/>
              <a:ext cx="1270665" cy="38518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3AFCED98-113B-F75D-CEB2-39E813851D55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44" name="그래픽 143">
              <a:extLst>
                <a:ext uri="{FF2B5EF4-FFF2-40B4-BE49-F238E27FC236}">
                  <a16:creationId xmlns:a16="http://schemas.microsoft.com/office/drawing/2014/main" id="{9FA35B57-A2CE-9C5D-103D-53DF07421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CB858A7-1A91-D7F1-463B-A7B454AD0CA1}"/>
                </a:ext>
              </a:extLst>
            </p:cNvPr>
            <p:cNvSpPr txBox="1"/>
            <p:nvPr/>
          </p:nvSpPr>
          <p:spPr>
            <a:xfrm>
              <a:off x="4863253" y="3526713"/>
              <a:ext cx="18665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lvl="0" indent="0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게임 설계</a:t>
              </a:r>
              <a:r>
                <a: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85DB9036-58B9-295D-B4CC-A3EFD9142DF6}"/>
              </a:ext>
            </a:extLst>
          </p:cNvPr>
          <p:cNvGrpSpPr/>
          <p:nvPr/>
        </p:nvGrpSpPr>
        <p:grpSpPr>
          <a:xfrm>
            <a:off x="6096000" y="3272959"/>
            <a:ext cx="2274519" cy="385186"/>
            <a:chOff x="7579407" y="3465938"/>
            <a:chExt cx="2274519" cy="385186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559751F-6247-AD32-B4A0-3DA72EDF65A4}"/>
                </a:ext>
              </a:extLst>
            </p:cNvPr>
            <p:cNvSpPr/>
            <p:nvPr/>
          </p:nvSpPr>
          <p:spPr>
            <a:xfrm>
              <a:off x="7579407" y="3465938"/>
              <a:ext cx="2274519" cy="38518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EE6FB7C8-B9B4-50B1-FEB2-7CBC32B9A834}"/>
                </a:ext>
              </a:extLst>
            </p:cNvPr>
            <p:cNvSpPr/>
            <p:nvPr/>
          </p:nvSpPr>
          <p:spPr>
            <a:xfrm>
              <a:off x="7579407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6939653-3B3C-D5B2-6EA2-213E296BF351}"/>
                </a:ext>
              </a:extLst>
            </p:cNvPr>
            <p:cNvSpPr txBox="1"/>
            <p:nvPr/>
          </p:nvSpPr>
          <p:spPr>
            <a:xfrm>
              <a:off x="7943460" y="3520030"/>
              <a:ext cx="191046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오브젝트 동적 로직 구현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D1088FFE-778C-CF69-A75E-E82D40CEA0C5}"/>
              </a:ext>
            </a:extLst>
          </p:cNvPr>
          <p:cNvSpPr/>
          <p:nvPr/>
        </p:nvSpPr>
        <p:spPr>
          <a:xfrm>
            <a:off x="4525872" y="4065099"/>
            <a:ext cx="2146192" cy="357096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E1389372-CDE5-C988-2498-F8F7850DB589}"/>
              </a:ext>
            </a:extLst>
          </p:cNvPr>
          <p:cNvSpPr/>
          <p:nvPr/>
        </p:nvSpPr>
        <p:spPr>
          <a:xfrm>
            <a:off x="4525872" y="4058572"/>
            <a:ext cx="358635" cy="358635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9227B33D-FA37-7FD5-4D04-ACA8DC6D3ADC}"/>
              </a:ext>
            </a:extLst>
          </p:cNvPr>
          <p:cNvSpPr txBox="1"/>
          <p:nvPr/>
        </p:nvSpPr>
        <p:spPr>
          <a:xfrm>
            <a:off x="4898656" y="4113657"/>
            <a:ext cx="19894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UI </a:t>
            </a:r>
            <a:r>
              <a:rPr lang="ko-KR" altLang="en-US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및 오브젝트</a:t>
            </a:r>
            <a:r>
              <a: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디자인</a:t>
            </a:r>
            <a:endParaRPr lang="en-US" altLang="ko-KR" sz="1200" b="1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80" name="그래픽 179">
            <a:extLst>
              <a:ext uri="{FF2B5EF4-FFF2-40B4-BE49-F238E27FC236}">
                <a16:creationId xmlns:a16="http://schemas.microsoft.com/office/drawing/2014/main" id="{6D277CD9-1D6B-BCDF-F5CB-1AF8956FB3F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93097" y="4142722"/>
            <a:ext cx="216867" cy="193294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765C588E-981B-4FC3-FE5C-730A56AC180D}"/>
              </a:ext>
            </a:extLst>
          </p:cNvPr>
          <p:cNvGrpSpPr/>
          <p:nvPr/>
        </p:nvGrpSpPr>
        <p:grpSpPr>
          <a:xfrm>
            <a:off x="4525873" y="4852692"/>
            <a:ext cx="3370328" cy="367539"/>
            <a:chOff x="4525872" y="5045671"/>
            <a:chExt cx="3465999" cy="358636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303154F9-B8AC-372E-0CDB-A0DDCCE0AED9}"/>
                </a:ext>
              </a:extLst>
            </p:cNvPr>
            <p:cNvSpPr/>
            <p:nvPr/>
          </p:nvSpPr>
          <p:spPr>
            <a:xfrm>
              <a:off x="4525872" y="5045671"/>
              <a:ext cx="3465998" cy="35863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DACC4B7D-2BE7-C756-2D53-813C9C1FF2EE}"/>
                </a:ext>
              </a:extLst>
            </p:cNvPr>
            <p:cNvSpPr/>
            <p:nvPr/>
          </p:nvSpPr>
          <p:spPr>
            <a:xfrm>
              <a:off x="4525872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EEA2092-389C-0AA3-CDE5-12283C706BA3}"/>
                </a:ext>
              </a:extLst>
            </p:cNvPr>
            <p:cNvSpPr txBox="1"/>
            <p:nvPr/>
          </p:nvSpPr>
          <p:spPr>
            <a:xfrm>
              <a:off x="4866679" y="5069537"/>
              <a:ext cx="312519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공의 움직임을 벡터로 물리법칙 구현 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82" name="그래픽 181">
              <a:extLst>
                <a:ext uri="{FF2B5EF4-FFF2-40B4-BE49-F238E27FC236}">
                  <a16:creationId xmlns:a16="http://schemas.microsoft.com/office/drawing/2014/main" id="{868BBF98-12BA-9238-1643-BF7C1BA2E8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01888" y="5117551"/>
              <a:ext cx="219805" cy="201488"/>
            </a:xfrm>
            <a:prstGeom prst="rect">
              <a:avLst/>
            </a:prstGeom>
          </p:spPr>
        </p:pic>
      </p:grpSp>
      <p:pic>
        <p:nvPicPr>
          <p:cNvPr id="132" name="그래픽 131">
            <a:extLst>
              <a:ext uri="{FF2B5EF4-FFF2-40B4-BE49-F238E27FC236}">
                <a16:creationId xmlns:a16="http://schemas.microsoft.com/office/drawing/2014/main" id="{B20C9C05-3F32-E0E6-6FA1-5DC1D8FDD44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sp>
        <p:nvSpPr>
          <p:cNvPr id="21" name="직각 삼각형 20">
            <a:extLst>
              <a:ext uri="{FF2B5EF4-FFF2-40B4-BE49-F238E27FC236}">
                <a16:creationId xmlns:a16="http://schemas.microsoft.com/office/drawing/2014/main" id="{A01872FF-161C-69D3-F8F9-899739FC663C}"/>
              </a:ext>
            </a:extLst>
          </p:cNvPr>
          <p:cNvSpPr/>
          <p:nvPr/>
        </p:nvSpPr>
        <p:spPr>
          <a:xfrm flipH="1">
            <a:off x="10498987" y="4820809"/>
            <a:ext cx="1693012" cy="1372939"/>
          </a:xfrm>
          <a:prstGeom prst="rtTriangle">
            <a:avLst/>
          </a:prstGeom>
          <a:solidFill>
            <a:schemeClr val="bg1">
              <a:lumMod val="9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pic>
        <p:nvPicPr>
          <p:cNvPr id="190" name="그래픽 189">
            <a:extLst>
              <a:ext uri="{FF2B5EF4-FFF2-40B4-BE49-F238E27FC236}">
                <a16:creationId xmlns:a16="http://schemas.microsoft.com/office/drawing/2014/main" id="{57C038B0-EFA2-D18E-D333-33AA86AB745A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 rot="2700000">
            <a:off x="11833039" y="4869517"/>
            <a:ext cx="154011" cy="154011"/>
          </a:xfrm>
          <a:prstGeom prst="rect">
            <a:avLst/>
          </a:prstGeom>
        </p:spPr>
      </p:pic>
      <p:pic>
        <p:nvPicPr>
          <p:cNvPr id="15" name="그래픽 14">
            <a:extLst>
              <a:ext uri="{FF2B5EF4-FFF2-40B4-BE49-F238E27FC236}">
                <a16:creationId xmlns:a16="http://schemas.microsoft.com/office/drawing/2014/main" id="{6580C40C-CE62-D6DB-B179-31E1A33FC60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165414" y="3374052"/>
            <a:ext cx="219805" cy="201488"/>
          </a:xfrm>
          <a:prstGeom prst="rect">
            <a:avLst/>
          </a:prstGeom>
        </p:spPr>
      </p:pic>
      <p:grpSp>
        <p:nvGrpSpPr>
          <p:cNvPr id="20" name="그룹 19">
            <a:extLst>
              <a:ext uri="{FF2B5EF4-FFF2-40B4-BE49-F238E27FC236}">
                <a16:creationId xmlns:a16="http://schemas.microsoft.com/office/drawing/2014/main" id="{F1066B21-0D79-8256-5B4A-B35CDA5F1182}"/>
              </a:ext>
            </a:extLst>
          </p:cNvPr>
          <p:cNvGrpSpPr/>
          <p:nvPr/>
        </p:nvGrpSpPr>
        <p:grpSpPr>
          <a:xfrm>
            <a:off x="6902237" y="4058572"/>
            <a:ext cx="3465999" cy="367540"/>
            <a:chOff x="4525872" y="5036767"/>
            <a:chExt cx="3465999" cy="367540"/>
          </a:xfrm>
        </p:grpSpPr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CD044201-6DC2-3EDE-1C4C-6F09F3A0EAFE}"/>
                </a:ext>
              </a:extLst>
            </p:cNvPr>
            <p:cNvSpPr/>
            <p:nvPr/>
          </p:nvSpPr>
          <p:spPr>
            <a:xfrm>
              <a:off x="4525872" y="5036767"/>
              <a:ext cx="2506131" cy="36754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C182CF42-ACCF-82EC-61BC-8F5BC126039E}"/>
                </a:ext>
              </a:extLst>
            </p:cNvPr>
            <p:cNvSpPr/>
            <p:nvPr/>
          </p:nvSpPr>
          <p:spPr>
            <a:xfrm>
              <a:off x="4525872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6881D56-69C3-D810-477F-7F396C3981C2}"/>
                </a:ext>
              </a:extLst>
            </p:cNvPr>
            <p:cNvSpPr txBox="1"/>
            <p:nvPr/>
          </p:nvSpPr>
          <p:spPr>
            <a:xfrm>
              <a:off x="4866679" y="5069537"/>
              <a:ext cx="312519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상호작용 이벤트 로직 구현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32" name="그래픽 31">
              <a:extLst>
                <a:ext uri="{FF2B5EF4-FFF2-40B4-BE49-F238E27FC236}">
                  <a16:creationId xmlns:a16="http://schemas.microsoft.com/office/drawing/2014/main" id="{F464E3CF-840D-CA14-370A-4D4125E7AA8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01888" y="5117551"/>
              <a:ext cx="219805" cy="201488"/>
            </a:xfrm>
            <a:prstGeom prst="rect">
              <a:avLst/>
            </a:prstGeom>
          </p:spPr>
        </p:pic>
      </p:grpSp>
      <p:pic>
        <p:nvPicPr>
          <p:cNvPr id="52" name="그림 51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18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F166B562-3F79-C327-CD6A-5FD20727CF64}"/>
              </a:ext>
            </a:extLst>
          </p:cNvPr>
          <p:cNvGrpSpPr/>
          <p:nvPr/>
        </p:nvGrpSpPr>
        <p:grpSpPr>
          <a:xfrm>
            <a:off x="7940514" y="4828552"/>
            <a:ext cx="1936564" cy="367539"/>
            <a:chOff x="4525872" y="5045671"/>
            <a:chExt cx="1825526" cy="358636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FEC4B1F7-101B-75B8-7859-09A5CD082DA6}"/>
                </a:ext>
              </a:extLst>
            </p:cNvPr>
            <p:cNvSpPr/>
            <p:nvPr/>
          </p:nvSpPr>
          <p:spPr>
            <a:xfrm>
              <a:off x="4525872" y="5045671"/>
              <a:ext cx="1815557" cy="35863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8982E5D1-3BBC-D332-F39A-8B3E1A43ECC9}"/>
                </a:ext>
              </a:extLst>
            </p:cNvPr>
            <p:cNvSpPr/>
            <p:nvPr/>
          </p:nvSpPr>
          <p:spPr>
            <a:xfrm>
              <a:off x="4525872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19D2C09-240F-A8CE-9841-A478C03CD13D}"/>
                </a:ext>
              </a:extLst>
            </p:cNvPr>
            <p:cNvSpPr txBox="1"/>
            <p:nvPr/>
          </p:nvSpPr>
          <p:spPr>
            <a:xfrm>
              <a:off x="4866679" y="5069538"/>
              <a:ext cx="1484719" cy="2702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충돌 이벤트 구현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6" name="그래픽 15">
              <a:extLst>
                <a:ext uri="{FF2B5EF4-FFF2-40B4-BE49-F238E27FC236}">
                  <a16:creationId xmlns:a16="http://schemas.microsoft.com/office/drawing/2014/main" id="{19C1770B-2828-FDCD-7EFD-D60EE99BF37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01888" y="5117551"/>
              <a:ext cx="219805" cy="20148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21090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69" y="70718"/>
            <a:ext cx="12017829" cy="923257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1364" y="206484"/>
            <a:ext cx="6048672" cy="787491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5212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순서도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87083" y="1208000"/>
            <a:ext cx="12192000" cy="233580"/>
          </a:xfrm>
          <a:prstGeom prst="rect">
            <a:avLst/>
          </a:prstGeom>
        </p:spPr>
      </p:pic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338D982-DB2C-0C32-1086-396C4C683D3F}"/>
              </a:ext>
            </a:extLst>
          </p:cNvPr>
          <p:cNvSpPr/>
          <p:nvPr/>
        </p:nvSpPr>
        <p:spPr>
          <a:xfrm>
            <a:off x="68215" y="3286724"/>
            <a:ext cx="554910" cy="931088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시작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1EE2966-7D07-0EBF-5994-4EC3242D2145}"/>
              </a:ext>
            </a:extLst>
          </p:cNvPr>
          <p:cNvSpPr/>
          <p:nvPr/>
        </p:nvSpPr>
        <p:spPr>
          <a:xfrm>
            <a:off x="810500" y="3530068"/>
            <a:ext cx="1268979" cy="44439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스테이지</a:t>
            </a:r>
          </a:p>
        </p:txBody>
      </p:sp>
      <p:sp>
        <p:nvSpPr>
          <p:cNvPr id="19" name="순서도: 판단 18">
            <a:extLst>
              <a:ext uri="{FF2B5EF4-FFF2-40B4-BE49-F238E27FC236}">
                <a16:creationId xmlns:a16="http://schemas.microsoft.com/office/drawing/2014/main" id="{3A5FBDCD-C60A-EDED-5990-7EA1D6EDEE12}"/>
              </a:ext>
            </a:extLst>
          </p:cNvPr>
          <p:cNvSpPr/>
          <p:nvPr/>
        </p:nvSpPr>
        <p:spPr>
          <a:xfrm>
            <a:off x="2355209" y="2284940"/>
            <a:ext cx="1403889" cy="903884"/>
          </a:xfrm>
          <a:prstGeom prst="flowChartDecision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생명력 회복</a:t>
            </a:r>
            <a:endParaRPr lang="en-US" altLang="ko-KR" sz="1000" dirty="0"/>
          </a:p>
          <a:p>
            <a:pPr algn="ctr"/>
            <a:r>
              <a:rPr lang="ko-KR" altLang="en-US" sz="1000" dirty="0"/>
              <a:t>아이템 습득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04C428E2-47CC-99FA-EA0A-5966E4368B8C}"/>
              </a:ext>
            </a:extLst>
          </p:cNvPr>
          <p:cNvSpPr/>
          <p:nvPr/>
        </p:nvSpPr>
        <p:spPr>
          <a:xfrm>
            <a:off x="3957833" y="2487879"/>
            <a:ext cx="1112647" cy="42938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생명력 </a:t>
            </a:r>
            <a:r>
              <a:rPr lang="en-US" altLang="ko-KR" sz="1000" dirty="0"/>
              <a:t>+1</a:t>
            </a:r>
            <a:endParaRPr lang="ko-KR" altLang="en-US" sz="10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2B0CFB7-6E92-D483-944B-91ECAE6806D4}"/>
              </a:ext>
            </a:extLst>
          </p:cNvPr>
          <p:cNvSpPr/>
          <p:nvPr/>
        </p:nvSpPr>
        <p:spPr>
          <a:xfrm>
            <a:off x="3955986" y="1591150"/>
            <a:ext cx="1112647" cy="42938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공 위치 초기화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0B4B28B-9A43-5355-E1F7-487EDB0D9A7E}"/>
              </a:ext>
            </a:extLst>
          </p:cNvPr>
          <p:cNvSpPr/>
          <p:nvPr/>
        </p:nvSpPr>
        <p:spPr>
          <a:xfrm>
            <a:off x="3958211" y="3441178"/>
            <a:ext cx="1112647" cy="42938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생명력 </a:t>
            </a:r>
            <a:r>
              <a:rPr lang="en-US" altLang="ko-KR" sz="1000" dirty="0"/>
              <a:t>-1</a:t>
            </a:r>
            <a:endParaRPr lang="ko-KR" altLang="en-US" sz="1000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069573E-4C56-568E-0865-626F94D70A74}"/>
              </a:ext>
            </a:extLst>
          </p:cNvPr>
          <p:cNvSpPr/>
          <p:nvPr/>
        </p:nvSpPr>
        <p:spPr>
          <a:xfrm>
            <a:off x="3955986" y="4442491"/>
            <a:ext cx="1112647" cy="42938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벽돌 생명력 </a:t>
            </a:r>
            <a:r>
              <a:rPr lang="en-US" altLang="ko-KR" sz="1000" dirty="0"/>
              <a:t>-1</a:t>
            </a:r>
            <a:endParaRPr lang="ko-KR" altLang="en-US" sz="1000" dirty="0"/>
          </a:p>
        </p:txBody>
      </p:sp>
      <p:sp>
        <p:nvSpPr>
          <p:cNvPr id="40" name="순서도: 판단 39">
            <a:extLst>
              <a:ext uri="{FF2B5EF4-FFF2-40B4-BE49-F238E27FC236}">
                <a16:creationId xmlns:a16="http://schemas.microsoft.com/office/drawing/2014/main" id="{65A4DECB-F8F1-5600-49D0-CD20A9B43F79}"/>
              </a:ext>
            </a:extLst>
          </p:cNvPr>
          <p:cNvSpPr/>
          <p:nvPr/>
        </p:nvSpPr>
        <p:spPr>
          <a:xfrm>
            <a:off x="5505559" y="4239466"/>
            <a:ext cx="1828954" cy="869658"/>
          </a:xfrm>
          <a:prstGeom prst="flowChartDecision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모든 벽돌을 부셨는가</a:t>
            </a:r>
            <a:r>
              <a:rPr lang="en-US" altLang="ko-KR" sz="1000" dirty="0"/>
              <a:t>?</a:t>
            </a:r>
            <a:endParaRPr lang="ko-KR" altLang="en-US" sz="1000" dirty="0"/>
          </a:p>
        </p:txBody>
      </p:sp>
      <p:sp>
        <p:nvSpPr>
          <p:cNvPr id="41" name="순서도: 판단 40">
            <a:extLst>
              <a:ext uri="{FF2B5EF4-FFF2-40B4-BE49-F238E27FC236}">
                <a16:creationId xmlns:a16="http://schemas.microsoft.com/office/drawing/2014/main" id="{5E079F83-19D8-1718-E38F-DF9D53050917}"/>
              </a:ext>
            </a:extLst>
          </p:cNvPr>
          <p:cNvSpPr/>
          <p:nvPr/>
        </p:nvSpPr>
        <p:spPr>
          <a:xfrm>
            <a:off x="2346564" y="1324790"/>
            <a:ext cx="1403889" cy="903884"/>
          </a:xfrm>
          <a:prstGeom prst="flowChartDecision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공 위치 초기화 아이템 습득</a:t>
            </a:r>
          </a:p>
        </p:txBody>
      </p:sp>
      <p:sp>
        <p:nvSpPr>
          <p:cNvPr id="42" name="순서도: 판단 41">
            <a:extLst>
              <a:ext uri="{FF2B5EF4-FFF2-40B4-BE49-F238E27FC236}">
                <a16:creationId xmlns:a16="http://schemas.microsoft.com/office/drawing/2014/main" id="{26EA633E-0338-A52D-40ED-86D58DA9195C}"/>
              </a:ext>
            </a:extLst>
          </p:cNvPr>
          <p:cNvSpPr/>
          <p:nvPr/>
        </p:nvSpPr>
        <p:spPr>
          <a:xfrm>
            <a:off x="2357796" y="3245090"/>
            <a:ext cx="1403889" cy="903884"/>
          </a:xfrm>
          <a:prstGeom prst="flowChartDecision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공이 </a:t>
            </a:r>
            <a:endParaRPr lang="en-US" altLang="ko-KR" sz="1000" dirty="0"/>
          </a:p>
          <a:p>
            <a:pPr algn="ctr"/>
            <a:r>
              <a:rPr lang="ko-KR" altLang="en-US" sz="1000" dirty="0"/>
              <a:t>받침대 밑 벽에 충돌</a:t>
            </a:r>
          </a:p>
        </p:txBody>
      </p:sp>
      <p:sp>
        <p:nvSpPr>
          <p:cNvPr id="43" name="순서도: 판단 42">
            <a:extLst>
              <a:ext uri="{FF2B5EF4-FFF2-40B4-BE49-F238E27FC236}">
                <a16:creationId xmlns:a16="http://schemas.microsoft.com/office/drawing/2014/main" id="{5DD97ECD-940F-87A1-4A41-DA242A10034B}"/>
              </a:ext>
            </a:extLst>
          </p:cNvPr>
          <p:cNvSpPr/>
          <p:nvPr/>
        </p:nvSpPr>
        <p:spPr>
          <a:xfrm>
            <a:off x="2355209" y="4205240"/>
            <a:ext cx="1403889" cy="903884"/>
          </a:xfrm>
          <a:prstGeom prst="flowChartDecision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공이</a:t>
            </a:r>
            <a:endParaRPr lang="en-US" altLang="ko-KR" sz="1000" dirty="0"/>
          </a:p>
          <a:p>
            <a:pPr algn="ctr"/>
            <a:r>
              <a:rPr lang="ko-KR" altLang="en-US" sz="1000" dirty="0"/>
              <a:t>벽돌에</a:t>
            </a:r>
            <a:endParaRPr lang="en-US" altLang="ko-KR" sz="1000" dirty="0"/>
          </a:p>
          <a:p>
            <a:pPr algn="ctr"/>
            <a:r>
              <a:rPr lang="ko-KR" altLang="en-US" sz="1000" dirty="0"/>
              <a:t>충돌</a:t>
            </a:r>
          </a:p>
        </p:txBody>
      </p:sp>
      <p:sp>
        <p:nvSpPr>
          <p:cNvPr id="44" name="순서도: 판단 43">
            <a:extLst>
              <a:ext uri="{FF2B5EF4-FFF2-40B4-BE49-F238E27FC236}">
                <a16:creationId xmlns:a16="http://schemas.microsoft.com/office/drawing/2014/main" id="{C60A3F7A-8684-6464-ADBC-B7500F7AD268}"/>
              </a:ext>
            </a:extLst>
          </p:cNvPr>
          <p:cNvSpPr/>
          <p:nvPr/>
        </p:nvSpPr>
        <p:spPr>
          <a:xfrm>
            <a:off x="2355209" y="5165390"/>
            <a:ext cx="1403889" cy="903884"/>
          </a:xfrm>
          <a:prstGeom prst="flowChartDecision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생명력이 </a:t>
            </a:r>
            <a:r>
              <a:rPr lang="en-US" altLang="ko-KR" sz="1000" dirty="0"/>
              <a:t>0</a:t>
            </a:r>
            <a:r>
              <a:rPr lang="ko-KR" altLang="en-US" sz="1000" dirty="0"/>
              <a:t>인가</a:t>
            </a:r>
          </a:p>
        </p:txBody>
      </p:sp>
      <p:sp>
        <p:nvSpPr>
          <p:cNvPr id="45" name="평행 사변형 44">
            <a:extLst>
              <a:ext uri="{FF2B5EF4-FFF2-40B4-BE49-F238E27FC236}">
                <a16:creationId xmlns:a16="http://schemas.microsoft.com/office/drawing/2014/main" id="{483203EE-AA21-484F-F0C3-9FE5EDA55E65}"/>
              </a:ext>
            </a:extLst>
          </p:cNvPr>
          <p:cNvSpPr/>
          <p:nvPr/>
        </p:nvSpPr>
        <p:spPr>
          <a:xfrm>
            <a:off x="10380476" y="5373216"/>
            <a:ext cx="1260140" cy="914400"/>
          </a:xfrm>
          <a:prstGeom prst="parallelogram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300" dirty="0"/>
              <a:t>게임종료 </a:t>
            </a:r>
            <a:r>
              <a:rPr lang="ko-KR" altLang="en-US" sz="1300" dirty="0" err="1"/>
              <a:t>모달창</a:t>
            </a:r>
            <a:r>
              <a:rPr lang="ko-KR" altLang="en-US" sz="1300" dirty="0"/>
              <a:t> 출력</a:t>
            </a:r>
          </a:p>
        </p:txBody>
      </p:sp>
    </p:spTree>
    <p:extLst>
      <p:ext uri="{BB962C8B-B14F-4D97-AF65-F5344CB8AC3E}">
        <p14:creationId xmlns:p14="http://schemas.microsoft.com/office/powerpoint/2010/main" val="3877969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시작화면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3A68EE5-8EC7-44D3-CFAB-53C1D62F675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13934" y="1790126"/>
            <a:ext cx="4363059" cy="4029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061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D3F41102-56CF-5CB2-02A6-04B71715AE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822" y="1807451"/>
            <a:ext cx="4048690" cy="3972479"/>
          </a:xfrm>
          <a:prstGeom prst="rect">
            <a:avLst/>
          </a:prstGeom>
        </p:spPr>
      </p:pic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게임화면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0" y="6272942"/>
            <a:ext cx="12192000" cy="585057"/>
          </a:xfrm>
          <a:prstGeom prst="rect">
            <a:avLst/>
          </a:prstGeom>
        </p:spPr>
      </p:pic>
      <p:sp>
        <p:nvSpPr>
          <p:cNvPr id="8" name="말풍선: 모서리가 둥근 사각형 7">
            <a:extLst>
              <a:ext uri="{FF2B5EF4-FFF2-40B4-BE49-F238E27FC236}">
                <a16:creationId xmlns:a16="http://schemas.microsoft.com/office/drawing/2014/main" id="{BE3427A9-5E29-2B23-0F81-0B82E3F46010}"/>
              </a:ext>
            </a:extLst>
          </p:cNvPr>
          <p:cNvSpPr/>
          <p:nvPr/>
        </p:nvSpPr>
        <p:spPr>
          <a:xfrm>
            <a:off x="8134633" y="1983070"/>
            <a:ext cx="2016224" cy="684076"/>
          </a:xfrm>
          <a:prstGeom prst="wedgeRoundRectCallout">
            <a:avLst>
              <a:gd name="adj1" fmla="val -85922"/>
              <a:gd name="adj2" fmla="val 1093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기본 생명력 </a:t>
            </a:r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9" name="말풍선: 모서리가 둥근 사각형 8">
            <a:extLst>
              <a:ext uri="{FF2B5EF4-FFF2-40B4-BE49-F238E27FC236}">
                <a16:creationId xmlns:a16="http://schemas.microsoft.com/office/drawing/2014/main" id="{AE120668-9740-FF69-D695-8847C23C5875}"/>
              </a:ext>
            </a:extLst>
          </p:cNvPr>
          <p:cNvSpPr/>
          <p:nvPr/>
        </p:nvSpPr>
        <p:spPr>
          <a:xfrm>
            <a:off x="1336675" y="2280483"/>
            <a:ext cx="2180788" cy="684076"/>
          </a:xfrm>
          <a:prstGeom prst="wedgeRoundRectCallout">
            <a:avLst>
              <a:gd name="adj1" fmla="val 87515"/>
              <a:gd name="adj2" fmla="val -30796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총 </a:t>
            </a:r>
            <a:r>
              <a:rPr lang="en-US" altLang="ko-KR" dirty="0"/>
              <a:t>5</a:t>
            </a:r>
            <a:r>
              <a:rPr lang="ko-KR" altLang="en-US" dirty="0"/>
              <a:t>개의 스테이지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EB88333-B599-D22E-B0E3-CD6BB4C296A2}"/>
              </a:ext>
            </a:extLst>
          </p:cNvPr>
          <p:cNvSpPr/>
          <p:nvPr/>
        </p:nvSpPr>
        <p:spPr>
          <a:xfrm>
            <a:off x="8256240" y="4088314"/>
            <a:ext cx="2711130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벽돌을 모두 부시면 다음스테이지로 이동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말풍선: 모서리가 둥근 사각형 2">
            <a:extLst>
              <a:ext uri="{FF2B5EF4-FFF2-40B4-BE49-F238E27FC236}">
                <a16:creationId xmlns:a16="http://schemas.microsoft.com/office/drawing/2014/main" id="{8884165E-DEB0-ACF3-33CB-825BEB606D0B}"/>
              </a:ext>
            </a:extLst>
          </p:cNvPr>
          <p:cNvSpPr/>
          <p:nvPr/>
        </p:nvSpPr>
        <p:spPr>
          <a:xfrm>
            <a:off x="211309" y="5168674"/>
            <a:ext cx="3499718" cy="611256"/>
          </a:xfrm>
          <a:prstGeom prst="wedgeRoundRectCallout">
            <a:avLst>
              <a:gd name="adj1" fmla="val 109201"/>
              <a:gd name="adj2" fmla="val -13635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방향키로 좌 우 움직임만 가능</a:t>
            </a:r>
          </a:p>
        </p:txBody>
      </p:sp>
      <p:sp>
        <p:nvSpPr>
          <p:cNvPr id="4" name="말풍선: 모서리가 둥근 사각형 3">
            <a:extLst>
              <a:ext uri="{FF2B5EF4-FFF2-40B4-BE49-F238E27FC236}">
                <a16:creationId xmlns:a16="http://schemas.microsoft.com/office/drawing/2014/main" id="{DDD4CB5F-B57A-C5B1-DDA8-9A135F25CF1C}"/>
              </a:ext>
            </a:extLst>
          </p:cNvPr>
          <p:cNvSpPr/>
          <p:nvPr/>
        </p:nvSpPr>
        <p:spPr>
          <a:xfrm>
            <a:off x="8387307" y="5049180"/>
            <a:ext cx="3207388" cy="1080119"/>
          </a:xfrm>
          <a:prstGeom prst="wedgeRoundRectCallout">
            <a:avLst>
              <a:gd name="adj1" fmla="val -120179"/>
              <a:gd name="adj2" fmla="val -42890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첫 시작 시 마우스 클릭으로 공을 날릴 방향을 정할 수 있음</a:t>
            </a:r>
          </a:p>
        </p:txBody>
      </p:sp>
      <p:sp>
        <p:nvSpPr>
          <p:cNvPr id="12" name="말풍선: 모서리가 둥근 사각형 11">
            <a:extLst>
              <a:ext uri="{FF2B5EF4-FFF2-40B4-BE49-F238E27FC236}">
                <a16:creationId xmlns:a16="http://schemas.microsoft.com/office/drawing/2014/main" id="{B40802E1-CA05-178B-557B-F02FB525B01D}"/>
              </a:ext>
            </a:extLst>
          </p:cNvPr>
          <p:cNvSpPr/>
          <p:nvPr/>
        </p:nvSpPr>
        <p:spPr>
          <a:xfrm>
            <a:off x="421798" y="3641296"/>
            <a:ext cx="2914927" cy="1031909"/>
          </a:xfrm>
          <a:prstGeom prst="wedgeRoundRectCallout">
            <a:avLst>
              <a:gd name="adj1" fmla="val 116424"/>
              <a:gd name="adj2" fmla="val -166279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충돌 횟수와 생명력에 따라 획득 점수가 다름</a:t>
            </a:r>
          </a:p>
        </p:txBody>
      </p:sp>
    </p:spTree>
    <p:extLst>
      <p:ext uri="{BB962C8B-B14F-4D97-AF65-F5344CB8AC3E}">
        <p14:creationId xmlns:p14="http://schemas.microsoft.com/office/powerpoint/2010/main" val="23647590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9932366" cy="830997"/>
            <a:chOff x="376102" y="333243"/>
            <a:chExt cx="9932366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8846747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벡터연산과 오브젝트의 클래스화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7D09214-7FAC-FD07-A5B4-2B1EEFFDBA1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6171" y="1750756"/>
            <a:ext cx="3341574" cy="380248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F95671EB-9BF9-09E5-E345-B8D87F7EDFDC}"/>
              </a:ext>
            </a:extLst>
          </p:cNvPr>
          <p:cNvSpPr/>
          <p:nvPr/>
        </p:nvSpPr>
        <p:spPr>
          <a:xfrm>
            <a:off x="274810" y="5595073"/>
            <a:ext cx="3369654" cy="101566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Vector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연산으로 직접 공의 움직임과 충돌을 구현하여 물리법칙을 적용시킴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D576345-58AE-00CC-97BB-5A9CDDA9B6B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28457" y="1816880"/>
            <a:ext cx="3433712" cy="336778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C497904-0BA3-06A7-AB33-FEC3CF30DA6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94327" y="2296974"/>
            <a:ext cx="3172003" cy="163591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62B4838-C542-5026-80FC-CFADDDF2895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15736" y="4013576"/>
            <a:ext cx="2700715" cy="2629267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43F3CF22-4DF2-82F4-8554-FC19B0EFB5FE}"/>
              </a:ext>
            </a:extLst>
          </p:cNvPr>
          <p:cNvSpPr/>
          <p:nvPr/>
        </p:nvSpPr>
        <p:spPr>
          <a:xfrm>
            <a:off x="8594805" y="4635129"/>
            <a:ext cx="3571049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오브젝트들의 클래스화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954743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6836022" cy="830997"/>
            <a:chOff x="376102" y="333243"/>
            <a:chExt cx="6836022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575040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벽돌의 생명력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32AF514-862C-C0CE-2C90-C7F34F58DB8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04165" y="1712285"/>
            <a:ext cx="4086795" cy="390579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4918CF5-C7D5-D355-5008-79DA8900B3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19758" y="2043489"/>
            <a:ext cx="3267531" cy="41915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C7BF37-A9F2-864C-7247-CFCE18DC9FE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85273" y="2686812"/>
            <a:ext cx="3362794" cy="352474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6684EC2-ADE1-E7C0-4EE0-0F50FF80730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73311" y="3236498"/>
            <a:ext cx="3362794" cy="42868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7374ADB1-8C50-31DA-ABBD-CC0F6603373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1069" y="3919119"/>
            <a:ext cx="3124636" cy="4096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90447AA-B8A4-EB63-259C-A5B78EF88B4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30469" y="4545924"/>
            <a:ext cx="3248478" cy="323895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A9F5B4A-72BD-2DA3-FD24-DCAC9BE771F7}"/>
              </a:ext>
            </a:extLst>
          </p:cNvPr>
          <p:cNvSpPr/>
          <p:nvPr/>
        </p:nvSpPr>
        <p:spPr>
          <a:xfrm>
            <a:off x="6132964" y="5025455"/>
            <a:ext cx="508842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벽돌의 생명력 </a:t>
            </a:r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= </a:t>
            </a:r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 번호</a:t>
            </a:r>
            <a:endParaRPr lang="en-US" altLang="ko-KR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공이 벽돌의 생명력 만큼 충돌해야 파괴됨</a:t>
            </a:r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7F4C92D-FC09-F126-988B-4A29683F23DC}"/>
              </a:ext>
            </a:extLst>
          </p:cNvPr>
          <p:cNvSpPr/>
          <p:nvPr/>
        </p:nvSpPr>
        <p:spPr>
          <a:xfrm>
            <a:off x="9575705" y="2006105"/>
            <a:ext cx="1811424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E6362D2-4906-F158-01A9-F5ECE94E824C}"/>
              </a:ext>
            </a:extLst>
          </p:cNvPr>
          <p:cNvSpPr/>
          <p:nvPr/>
        </p:nvSpPr>
        <p:spPr>
          <a:xfrm>
            <a:off x="9575705" y="2612223"/>
            <a:ext cx="1811424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2310716-ED50-7E34-476B-158AF4C45EB1}"/>
              </a:ext>
            </a:extLst>
          </p:cNvPr>
          <p:cNvSpPr/>
          <p:nvPr/>
        </p:nvSpPr>
        <p:spPr>
          <a:xfrm>
            <a:off x="9575705" y="3265073"/>
            <a:ext cx="1811424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933E10C-2E6D-DB96-2667-B41CE8DD36F1}"/>
              </a:ext>
            </a:extLst>
          </p:cNvPr>
          <p:cNvSpPr/>
          <p:nvPr/>
        </p:nvSpPr>
        <p:spPr>
          <a:xfrm>
            <a:off x="9575705" y="3899020"/>
            <a:ext cx="1811424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5B96D85-70A7-FA73-2417-164DD5C31279}"/>
              </a:ext>
            </a:extLst>
          </p:cNvPr>
          <p:cNvSpPr/>
          <p:nvPr/>
        </p:nvSpPr>
        <p:spPr>
          <a:xfrm>
            <a:off x="9575705" y="4500917"/>
            <a:ext cx="1811424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111056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아이템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0" y="6328534"/>
            <a:ext cx="12192000" cy="529466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2910119-75C6-E73C-D0BE-AAE4A83EA0A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4412" y="2030653"/>
            <a:ext cx="3781953" cy="394055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72DDFB0-7B14-6441-98CD-B2987DCF178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89303" y="1906917"/>
            <a:ext cx="4124901" cy="4082371"/>
          </a:xfrm>
          <a:prstGeom prst="rect">
            <a:avLst/>
          </a:prstGeom>
        </p:spPr>
      </p:pic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ADC02F6F-FAC8-572A-B8CD-977DE4CD2C9B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54328" y="2171353"/>
            <a:ext cx="4605549" cy="37088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180433A-CF02-72FE-2C0D-A068955B117E}"/>
              </a:ext>
            </a:extLst>
          </p:cNvPr>
          <p:cNvSpPr txBox="1"/>
          <p:nvPr/>
        </p:nvSpPr>
        <p:spPr>
          <a:xfrm>
            <a:off x="4582845" y="4317061"/>
            <a:ext cx="31760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빨간색</a:t>
            </a:r>
            <a:r>
              <a:rPr lang="en-US" altLang="ko-KR" dirty="0"/>
              <a:t>: </a:t>
            </a:r>
            <a:r>
              <a:rPr lang="ko-KR" altLang="en-US" dirty="0"/>
              <a:t>받침대로 아이템과 충돌발생시 </a:t>
            </a:r>
            <a:r>
              <a:rPr lang="en-US" altLang="ko-KR" dirty="0"/>
              <a:t>Life</a:t>
            </a:r>
            <a:r>
              <a:rPr lang="ko-KR" altLang="en-US" dirty="0"/>
              <a:t>를 </a:t>
            </a:r>
            <a:r>
              <a:rPr lang="en-US" altLang="ko-KR" dirty="0"/>
              <a:t>1 </a:t>
            </a:r>
            <a:r>
              <a:rPr lang="ko-KR" altLang="en-US" dirty="0"/>
              <a:t>회복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42EB31-E1F7-78FE-286E-59AA218088E6}"/>
              </a:ext>
            </a:extLst>
          </p:cNvPr>
          <p:cNvSpPr txBox="1"/>
          <p:nvPr/>
        </p:nvSpPr>
        <p:spPr>
          <a:xfrm>
            <a:off x="4595077" y="2881523"/>
            <a:ext cx="31760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00B0F0"/>
                </a:solidFill>
              </a:rPr>
              <a:t>파란색</a:t>
            </a:r>
            <a:r>
              <a:rPr lang="en-US" altLang="ko-KR" dirty="0"/>
              <a:t>: </a:t>
            </a:r>
            <a:r>
              <a:rPr lang="ko-KR" altLang="en-US" dirty="0"/>
              <a:t>받침대로 아이템과 충돌발생시 공의 위치를 초기상태로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93372F-A805-3A02-3107-F6F66FC95146}"/>
              </a:ext>
            </a:extLst>
          </p:cNvPr>
          <p:cNvSpPr txBox="1"/>
          <p:nvPr/>
        </p:nvSpPr>
        <p:spPr>
          <a:xfrm>
            <a:off x="2732474" y="6364040"/>
            <a:ext cx="7184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벽돌이 파괴될 때 일정확률로 랜덤의 아이템을 습득할 수 있음</a:t>
            </a:r>
          </a:p>
        </p:txBody>
      </p:sp>
    </p:spTree>
    <p:extLst>
      <p:ext uri="{BB962C8B-B14F-4D97-AF65-F5344CB8AC3E}">
        <p14:creationId xmlns:p14="http://schemas.microsoft.com/office/powerpoint/2010/main" val="376960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옵션 </a:t>
              </a:r>
              <a:r>
                <a:rPr lang="ko-KR" altLang="en-US" sz="28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모달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6491886"/>
            <a:ext cx="12192000" cy="366114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1D585DC6-CCA2-F2D2-C79C-9EBECC19F27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44892" y="1762527"/>
            <a:ext cx="4860621" cy="4227576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4E39F3C-0033-83CF-9838-C9F8B1EC5110}"/>
              </a:ext>
            </a:extLst>
          </p:cNvPr>
          <p:cNvSpPr/>
          <p:nvPr/>
        </p:nvSpPr>
        <p:spPr>
          <a:xfrm>
            <a:off x="7173028" y="4717500"/>
            <a:ext cx="3304110" cy="101566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-ESC </a:t>
            </a:r>
            <a:r>
              <a:rPr lang="ko-KR" altLang="en-US" sz="20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입력시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모달창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이벤트</a:t>
            </a:r>
            <a:endParaRPr lang="en-US" altLang="ko-KR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공의 속도 조절</a:t>
            </a:r>
            <a:endParaRPr lang="en-US" altLang="ko-KR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재시작 기능    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413440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종료 </a:t>
              </a:r>
              <a:r>
                <a:rPr lang="ko-KR" altLang="en-US" sz="28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모달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6491886"/>
            <a:ext cx="12192000" cy="3661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4E39F3C-0033-83CF-9838-C9F8B1EC5110}"/>
              </a:ext>
            </a:extLst>
          </p:cNvPr>
          <p:cNvSpPr/>
          <p:nvPr/>
        </p:nvSpPr>
        <p:spPr>
          <a:xfrm>
            <a:off x="7068108" y="5263559"/>
            <a:ext cx="453201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스테이지에서 모든 벽돌을 부셨을 시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최종 점수를 출력시키는 </a:t>
            </a:r>
            <a:r>
              <a:rPr lang="ko-KR" altLang="en-US" sz="20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모달창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317D534-F08B-197E-5528-1C9C42E54E7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9309" y="2304365"/>
            <a:ext cx="5849166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3948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3" y="-135396"/>
            <a:ext cx="12192000" cy="6858000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5760" r="51763"/>
          <a:stretch/>
        </p:blipFill>
        <p:spPr>
          <a:xfrm rot="10800000">
            <a:off x="-2" y="5284239"/>
            <a:ext cx="1369421" cy="157376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0E94AA3-A994-6AB2-870F-88DA16811E4D}"/>
              </a:ext>
            </a:extLst>
          </p:cNvPr>
          <p:cNvSpPr txBox="1"/>
          <p:nvPr/>
        </p:nvSpPr>
        <p:spPr>
          <a:xfrm>
            <a:off x="4223789" y="2708920"/>
            <a:ext cx="3744416" cy="1661993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5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Thank you!</a:t>
            </a:r>
            <a:endParaRPr lang="ko-KR" altLang="en-US" sz="4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97756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492</TotalTime>
  <Words>415</Words>
  <Application>Microsoft Office PowerPoint</Application>
  <PresentationFormat>와이드스크린</PresentationFormat>
  <Paragraphs>136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0" baseType="lpstr">
      <vt:lpstr>맑은 고딕</vt:lpstr>
      <vt:lpstr>맑은 고딕 Semilight</vt:lpstr>
      <vt:lpstr>세방고딕 Bold</vt:lpstr>
      <vt:lpstr>세방고딕 Regular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김준영</dc:creator>
  <cp:lastModifiedBy>경훈 김</cp:lastModifiedBy>
  <cp:revision>66</cp:revision>
  <dcterms:created xsi:type="dcterms:W3CDTF">2023-12-20T03:00:25Z</dcterms:created>
  <dcterms:modified xsi:type="dcterms:W3CDTF">2024-07-19T07:57:53Z</dcterms:modified>
</cp:coreProperties>
</file>