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1" r:id="rId3"/>
    <p:sldId id="294" r:id="rId4"/>
    <p:sldId id="333" r:id="rId5"/>
    <p:sldId id="335" r:id="rId6"/>
    <p:sldId id="336" r:id="rId7"/>
    <p:sldId id="338" r:id="rId8"/>
    <p:sldId id="340" r:id="rId9"/>
    <p:sldId id="337" r:id="rId10"/>
    <p:sldId id="339" r:id="rId11"/>
    <p:sldId id="341" r:id="rId12"/>
    <p:sldId id="303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howGuides="1">
      <p:cViewPr varScale="1">
        <p:scale>
          <a:sx n="81" d="100"/>
          <a:sy n="81" d="100"/>
        </p:scale>
        <p:origin x="60" y="300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2024-07-19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840992-A2F5-42B7-8FDA-0C4D99C832CD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4552" y="6537029"/>
            <a:ext cx="911510" cy="20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18" Type="http://schemas.openxmlformats.org/officeDocument/2006/relationships/image" Target="../media/image31.png"/><Relationship Id="rId3" Type="http://schemas.openxmlformats.org/officeDocument/2006/relationships/image" Target="../media/image3.svg"/><Relationship Id="rId21" Type="http://schemas.openxmlformats.org/officeDocument/2006/relationships/image" Target="../media/image34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17" Type="http://schemas.openxmlformats.org/officeDocument/2006/relationships/image" Target="../media/image30.svg"/><Relationship Id="rId2" Type="http://schemas.openxmlformats.org/officeDocument/2006/relationships/image" Target="../media/image2.png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19" Type="http://schemas.openxmlformats.org/officeDocument/2006/relationships/image" Target="../media/image32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46.png"/><Relationship Id="rId18" Type="http://schemas.openxmlformats.org/officeDocument/2006/relationships/image" Target="../media/image3.svg"/><Relationship Id="rId3" Type="http://schemas.openxmlformats.org/officeDocument/2006/relationships/image" Target="../media/image36.svg"/><Relationship Id="rId7" Type="http://schemas.openxmlformats.org/officeDocument/2006/relationships/image" Target="../media/image40.png"/><Relationship Id="rId12" Type="http://schemas.openxmlformats.org/officeDocument/2006/relationships/image" Target="../media/image45.svg"/><Relationship Id="rId17" Type="http://schemas.openxmlformats.org/officeDocument/2006/relationships/image" Target="../media/image2.png"/><Relationship Id="rId2" Type="http://schemas.openxmlformats.org/officeDocument/2006/relationships/image" Target="../media/image35.png"/><Relationship Id="rId16" Type="http://schemas.openxmlformats.org/officeDocument/2006/relationships/image" Target="../media/image49.svg"/><Relationship Id="rId20" Type="http://schemas.openxmlformats.org/officeDocument/2006/relationships/image" Target="../media/image51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sv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svg"/><Relationship Id="rId19" Type="http://schemas.openxmlformats.org/officeDocument/2006/relationships/image" Target="../media/image50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svg"/><Relationship Id="rId18" Type="http://schemas.openxmlformats.org/officeDocument/2006/relationships/image" Target="../media/image62.png"/><Relationship Id="rId3" Type="http://schemas.openxmlformats.org/officeDocument/2006/relationships/image" Target="../media/image36.svg"/><Relationship Id="rId7" Type="http://schemas.openxmlformats.org/officeDocument/2006/relationships/image" Target="../media/image53.svg"/><Relationship Id="rId12" Type="http://schemas.openxmlformats.org/officeDocument/2006/relationships/image" Target="../media/image58.png"/><Relationship Id="rId17" Type="http://schemas.openxmlformats.org/officeDocument/2006/relationships/image" Target="../media/image41.svg"/><Relationship Id="rId2" Type="http://schemas.openxmlformats.org/officeDocument/2006/relationships/image" Target="../media/image35.png"/><Relationship Id="rId16" Type="http://schemas.openxmlformats.org/officeDocument/2006/relationships/image" Target="../media/image40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png"/><Relationship Id="rId11" Type="http://schemas.openxmlformats.org/officeDocument/2006/relationships/image" Target="../media/image57.svg"/><Relationship Id="rId5" Type="http://schemas.openxmlformats.org/officeDocument/2006/relationships/image" Target="../media/image39.svg"/><Relationship Id="rId15" Type="http://schemas.openxmlformats.org/officeDocument/2006/relationships/image" Target="../media/image61.svg"/><Relationship Id="rId10" Type="http://schemas.openxmlformats.org/officeDocument/2006/relationships/image" Target="../media/image56.png"/><Relationship Id="rId19" Type="http://schemas.openxmlformats.org/officeDocument/2006/relationships/image" Target="../media/image63.svg"/><Relationship Id="rId4" Type="http://schemas.openxmlformats.org/officeDocument/2006/relationships/image" Target="../media/image38.png"/><Relationship Id="rId9" Type="http://schemas.openxmlformats.org/officeDocument/2006/relationships/image" Target="../media/image55.svg"/><Relationship Id="rId14" Type="http://schemas.openxmlformats.org/officeDocument/2006/relationships/image" Target="../media/image6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64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7.png"/><Relationship Id="rId7" Type="http://schemas.openxmlformats.org/officeDocument/2006/relationships/image" Target="../media/image41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3.svg"/><Relationship Id="rId5" Type="http://schemas.openxmlformats.org/officeDocument/2006/relationships/image" Target="../media/image39.svg"/><Relationship Id="rId10" Type="http://schemas.openxmlformats.org/officeDocument/2006/relationships/image" Target="../media/image2.png"/><Relationship Id="rId4" Type="http://schemas.openxmlformats.org/officeDocument/2006/relationships/image" Target="../media/image38.png"/><Relationship Id="rId9" Type="http://schemas.openxmlformats.org/officeDocument/2006/relationships/image" Target="../media/image4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38.png"/><Relationship Id="rId7" Type="http://schemas.openxmlformats.org/officeDocument/2006/relationships/image" Target="../media/image2.png"/><Relationship Id="rId12" Type="http://schemas.openxmlformats.org/officeDocument/2006/relationships/image" Target="../media/image6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svg"/><Relationship Id="rId11" Type="http://schemas.openxmlformats.org/officeDocument/2006/relationships/image" Target="../media/image68.png"/><Relationship Id="rId5" Type="http://schemas.openxmlformats.org/officeDocument/2006/relationships/image" Target="../media/image48.png"/><Relationship Id="rId10" Type="http://schemas.openxmlformats.org/officeDocument/2006/relationships/image" Target="../media/image67.png"/><Relationship Id="rId4" Type="http://schemas.openxmlformats.org/officeDocument/2006/relationships/image" Target="../media/image39.svg"/><Relationship Id="rId9" Type="http://schemas.openxmlformats.org/officeDocument/2006/relationships/image" Target="../media/image6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72.pn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12" Type="http://schemas.openxmlformats.org/officeDocument/2006/relationships/image" Target="../media/image71.png"/><Relationship Id="rId2" Type="http://schemas.openxmlformats.org/officeDocument/2006/relationships/image" Target="../media/image37.png"/><Relationship Id="rId16" Type="http://schemas.openxmlformats.org/officeDocument/2006/relationships/image" Target="../media/image7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0.png"/><Relationship Id="rId5" Type="http://schemas.openxmlformats.org/officeDocument/2006/relationships/image" Target="../media/image40.png"/><Relationship Id="rId15" Type="http://schemas.openxmlformats.org/officeDocument/2006/relationships/image" Target="../media/image74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Relationship Id="rId14" Type="http://schemas.openxmlformats.org/officeDocument/2006/relationships/image" Target="../media/image7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38.png"/><Relationship Id="rId7" Type="http://schemas.openxmlformats.org/officeDocument/2006/relationships/image" Target="../media/image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10" Type="http://schemas.openxmlformats.org/officeDocument/2006/relationships/image" Target="../media/image77.png"/><Relationship Id="rId4" Type="http://schemas.openxmlformats.org/officeDocument/2006/relationships/image" Target="../media/image39.svg"/><Relationship Id="rId9" Type="http://schemas.openxmlformats.org/officeDocument/2006/relationships/image" Target="../media/image7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8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9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1177898"/>
            <a:chOff x="6747213" y="1370504"/>
            <a:chExt cx="4736481" cy="117789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2948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한국정보교육원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738664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벽돌 깨기 웹게임 개발</a:t>
              </a:r>
              <a:endParaRPr lang="ko-KR" altLang="en-US" sz="4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1662" t="1" b="17379"/>
          <a:stretch/>
        </p:blipFill>
        <p:spPr>
          <a:xfrm>
            <a:off x="0" y="1216705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3882051"/>
            <a:ext cx="5236249" cy="1641298"/>
            <a:chOff x="6768048" y="3882051"/>
            <a:chExt cx="5236249" cy="1641298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795944" y="4036068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TEAM 6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김경훈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이은비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김규택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65ADEEF-A1EB-4A5E-B31D-2DD09939039D}"/>
                </a:ext>
              </a:extLst>
            </p:cNvPr>
            <p:cNvSpPr txBox="1"/>
            <p:nvPr/>
          </p:nvSpPr>
          <p:spPr>
            <a:xfrm>
              <a:off x="6845730" y="5121188"/>
              <a:ext cx="5158567" cy="40216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]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김경훈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19A9C1C-0662-4499-B8DE-51A372C7FDBA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110" y="6248042"/>
            <a:ext cx="1793952" cy="402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24" y="38772"/>
            <a:ext cx="12192000" cy="6858000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56700" cy="1269295"/>
            <a:chOff x="870882" y="519237"/>
            <a:chExt cx="2256700" cy="1269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75370" y="957535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4633979" cy="584775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7716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9" y="3175385"/>
            <a:ext cx="3976700" cy="584775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185695" cy="584775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843845" cy="584775"/>
            <a:chOff x="6242109" y="4773997"/>
            <a:chExt cx="3078371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6835591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시나리오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래픽 16">
            <a:extLst>
              <a:ext uri="{FF2B5EF4-FFF2-40B4-BE49-F238E27FC236}">
                <a16:creationId xmlns:a16="http://schemas.microsoft.com/office/drawing/2014/main" id="{5D7D92DC-AA5F-DB8A-4577-CE6DDC763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1" y="2921071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4" y="5199830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2" y="4659684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72483" y="1997405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2" y="2070157"/>
            <a:ext cx="2122307" cy="3863473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47BD1-FC8C-AF26-C281-E98B0339386D}"/>
                </a:ext>
              </a:extLst>
            </p:cNvPr>
            <p:cNvSpPr txBox="1"/>
            <p:nvPr/>
          </p:nvSpPr>
          <p:spPr>
            <a:xfrm>
              <a:off x="7557944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구조</a:t>
              </a:r>
              <a:endParaRPr lang="en-US" altLang="ko-KR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3741" y="2070158"/>
            <a:ext cx="2133249" cy="3817026"/>
            <a:chOff x="501798" y="2373418"/>
            <a:chExt cx="2133249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626300"/>
              <a:ext cx="2133249" cy="3550843"/>
              <a:chOff x="541891" y="2626300"/>
              <a:chExt cx="2133249" cy="3550843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52833" y="2626300"/>
                <a:ext cx="2122307" cy="351203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3060042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66883" y="2087840"/>
            <a:ext cx="2142110" cy="3806004"/>
            <a:chOff x="2764366" y="2373418"/>
            <a:chExt cx="2142110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64366" y="2609362"/>
              <a:ext cx="2142110" cy="3567781"/>
              <a:chOff x="2796078" y="2609362"/>
              <a:chExt cx="2142110" cy="3567781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796078" y="2609362"/>
                <a:ext cx="2122307" cy="3464833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2" y="2117834"/>
                <a:ext cx="667575" cy="69854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EAF9AB-4D7C-5465-0AF3-CD762D73A6DD}"/>
                </a:ext>
              </a:extLst>
            </p:cNvPr>
            <p:cNvSpPr txBox="1"/>
            <p:nvPr/>
          </p:nvSpPr>
          <p:spPr>
            <a:xfrm>
              <a:off x="2784107" y="4304271"/>
              <a:ext cx="2122307" cy="13103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Canvas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API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사용하여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Objects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레이아웃 및 상호작용을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Bootstrap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을 포함한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HTML,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CSS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6641" y="2098569"/>
            <a:ext cx="2162305" cy="3835061"/>
            <a:chOff x="5066540" y="2373418"/>
            <a:chExt cx="2162305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96932"/>
              <a:ext cx="2162305" cy="3580211"/>
              <a:chOff x="541891" y="2596932"/>
              <a:chExt cx="2162305" cy="3580211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81889" y="2596932"/>
                <a:ext cx="2122307" cy="358021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289313C-4C2B-5EE0-C9F0-90127689E2F1}"/>
                </a:ext>
              </a:extLst>
            </p:cNvPr>
            <p:cNvSpPr txBox="1"/>
            <p:nvPr/>
          </p:nvSpPr>
          <p:spPr>
            <a:xfrm>
              <a:off x="5275573" y="3060042"/>
              <a:ext cx="1704241" cy="371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배경 기술</a:t>
              </a:r>
              <a:endPara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B80E50D-4435-40D3-6132-B95A7BAC651C}"/>
                </a:ext>
              </a:extLst>
            </p:cNvPr>
            <p:cNvSpPr txBox="1"/>
            <p:nvPr/>
          </p:nvSpPr>
          <p:spPr>
            <a:xfrm>
              <a:off x="5079126" y="4208095"/>
              <a:ext cx="2122307" cy="17001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도구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VSCode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언어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&amp;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프레임워크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-HTML5, CSS3, Javascript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-Bootstrap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21384" y="2070157"/>
            <a:ext cx="2145598" cy="3863473"/>
            <a:chOff x="9631283" y="2373418"/>
            <a:chExt cx="2145598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3060042"/>
              <a:ext cx="1704241" cy="3654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효과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87F30DB-0C46-D738-9EDC-BA98CB38FF11}"/>
                </a:ext>
              </a:extLst>
            </p:cNvPr>
            <p:cNvSpPr txBox="1"/>
            <p:nvPr/>
          </p:nvSpPr>
          <p:spPr>
            <a:xfrm>
              <a:off x="9654574" y="4226289"/>
              <a:ext cx="2122307" cy="690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간단한 </a:t>
              </a:r>
              <a:r>
                <a:rPr lang="ko-KR" altLang="en-US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웹페이지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구현으로 개인별 기술 스택 점검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협업 능력 향상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832EDE8-4F26-8DFD-4E54-9E0145854A7B}"/>
              </a:ext>
            </a:extLst>
          </p:cNvPr>
          <p:cNvSpPr txBox="1"/>
          <p:nvPr/>
        </p:nvSpPr>
        <p:spPr>
          <a:xfrm>
            <a:off x="511024" y="4015901"/>
            <a:ext cx="2122307" cy="90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물리 엔진을 사용하지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않고 물리 법칙이 적용된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웹 기반 게임 구현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982FB-7CE7-35A3-9648-97A5E0DEA2D5}"/>
              </a:ext>
            </a:extLst>
          </p:cNvPr>
          <p:cNvSpPr txBox="1"/>
          <p:nvPr/>
        </p:nvSpPr>
        <p:spPr>
          <a:xfrm>
            <a:off x="7406592" y="3920770"/>
            <a:ext cx="2122307" cy="1090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프론트 엔드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-HTML, CSS, JS</a:t>
            </a: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테스트 환경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-live server</a:t>
            </a:r>
          </a:p>
        </p:txBody>
      </p: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BDFBBF1-E84A-9DDF-73E2-960C99C4BAB5}"/>
              </a:ext>
            </a:extLst>
          </p:cNvPr>
          <p:cNvGrpSpPr/>
          <p:nvPr/>
        </p:nvGrpSpPr>
        <p:grpSpPr>
          <a:xfrm>
            <a:off x="486866" y="1928291"/>
            <a:ext cx="11218265" cy="378909"/>
            <a:chOff x="541891" y="2097591"/>
            <a:chExt cx="11218265" cy="37890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E5DD20A-D98D-477C-D6C5-F50C33B663C9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67EBB8-F256-651E-8870-1A2D77D8249A}"/>
                </a:ext>
              </a:extLst>
            </p:cNvPr>
            <p:cNvSpPr txBox="1"/>
            <p:nvPr/>
          </p:nvSpPr>
          <p:spPr>
            <a:xfrm>
              <a:off x="760387" y="2136129"/>
              <a:ext cx="54701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6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 </a:t>
              </a:r>
              <a:r>
                <a:rPr lang="ko-KR" altLang="en-US" sz="1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507223"/>
              </p:ext>
            </p:extLst>
          </p:nvPr>
        </p:nvGraphicFramePr>
        <p:xfrm>
          <a:off x="524528" y="2528900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2440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475593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이은비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  <a:endParaRPr lang="en-US" altLang="ko-KR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김규택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강사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멘토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04453" y="5933673"/>
            <a:ext cx="109959" cy="109959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525872" y="3272959"/>
            <a:ext cx="2203949" cy="385186"/>
            <a:chOff x="4525872" y="3465937"/>
            <a:chExt cx="2203949" cy="385186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872" y="3465937"/>
              <a:ext cx="1270665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4863253" y="3526713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indent="0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설계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6096000" y="3272959"/>
            <a:ext cx="2274519" cy="385186"/>
            <a:chOff x="7579407" y="3465938"/>
            <a:chExt cx="2274519" cy="385186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407" y="3465938"/>
              <a:ext cx="2274519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407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7943460" y="3520030"/>
              <a:ext cx="1910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오브젝트 동적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525872" y="4065099"/>
            <a:ext cx="2146192" cy="357096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525872" y="4058572"/>
            <a:ext cx="358635" cy="358635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227B33D-FA37-7FD5-4D04-ACA8DC6D3ADC}"/>
              </a:ext>
            </a:extLst>
          </p:cNvPr>
          <p:cNvSpPr txBox="1"/>
          <p:nvPr/>
        </p:nvSpPr>
        <p:spPr>
          <a:xfrm>
            <a:off x="4898656" y="4113657"/>
            <a:ext cx="19894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및 오브젝트</a:t>
            </a: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디자인</a:t>
            </a:r>
            <a:endParaRPr lang="en-US" altLang="ko-KR" sz="1200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93097" y="4142722"/>
            <a:ext cx="216867" cy="193294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525873" y="4852692"/>
            <a:ext cx="3370328" cy="367539"/>
            <a:chOff x="4525872" y="5045671"/>
            <a:chExt cx="3465999" cy="35863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872" y="5045671"/>
              <a:ext cx="3465998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공의 움직임을 벡터로 물리법칙 구현 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2" name="그래픽 181">
              <a:extLst>
                <a:ext uri="{FF2B5EF4-FFF2-40B4-BE49-F238E27FC236}">
                  <a16:creationId xmlns:a16="http://schemas.microsoft.com/office/drawing/2014/main" id="{868BBF98-12BA-9238-1643-BF7C1BA2E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525872" y="5618281"/>
            <a:ext cx="4226492" cy="358636"/>
            <a:chOff x="4525872" y="5811259"/>
            <a:chExt cx="4226492" cy="358636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872" y="5811259"/>
              <a:ext cx="3226312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872" y="5811259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4898656" y="5852537"/>
              <a:ext cx="38537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주제 선정 피드백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질의응답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6764" y="5897394"/>
              <a:ext cx="186838" cy="182946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4820809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2700000">
            <a:off x="11833039" y="4869517"/>
            <a:ext cx="154011" cy="154011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6580C40C-CE62-D6DB-B179-31E1A33FC60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65414" y="3374052"/>
            <a:ext cx="219805" cy="201488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F1066B21-0D79-8256-5B4A-B35CDA5F1182}"/>
              </a:ext>
            </a:extLst>
          </p:cNvPr>
          <p:cNvGrpSpPr/>
          <p:nvPr/>
        </p:nvGrpSpPr>
        <p:grpSpPr>
          <a:xfrm>
            <a:off x="6902237" y="4058572"/>
            <a:ext cx="3465999" cy="367540"/>
            <a:chOff x="4525872" y="5036767"/>
            <a:chExt cx="3465999" cy="367540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CD044201-6DC2-3EDE-1C4C-6F09F3A0EAFE}"/>
                </a:ext>
              </a:extLst>
            </p:cNvPr>
            <p:cNvSpPr/>
            <p:nvPr/>
          </p:nvSpPr>
          <p:spPr>
            <a:xfrm>
              <a:off x="4525872" y="5036767"/>
              <a:ext cx="2506131" cy="3675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C182CF42-ACCF-82EC-61BC-8F5BC126039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881D56-69C3-D810-477F-7F396C3981C2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상호작용 이벤트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32" name="그래픽 31">
              <a:extLst>
                <a:ext uri="{FF2B5EF4-FFF2-40B4-BE49-F238E27FC236}">
                  <a16:creationId xmlns:a16="http://schemas.microsoft.com/office/drawing/2014/main" id="{F464E3CF-840D-CA14-370A-4D4125E7A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0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F166B562-3F79-C327-CD6A-5FD20727CF64}"/>
              </a:ext>
            </a:extLst>
          </p:cNvPr>
          <p:cNvGrpSpPr/>
          <p:nvPr/>
        </p:nvGrpSpPr>
        <p:grpSpPr>
          <a:xfrm>
            <a:off x="7940514" y="4828552"/>
            <a:ext cx="1936564" cy="367539"/>
            <a:chOff x="4525872" y="5045671"/>
            <a:chExt cx="1825526" cy="358636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FEC4B1F7-101B-75B8-7859-09A5CD082DA6}"/>
                </a:ext>
              </a:extLst>
            </p:cNvPr>
            <p:cNvSpPr/>
            <p:nvPr/>
          </p:nvSpPr>
          <p:spPr>
            <a:xfrm>
              <a:off x="4525872" y="5045671"/>
              <a:ext cx="1815557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8982E5D1-3BBC-D332-F39A-8B3E1A43ECC9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19D2C09-240F-A8CE-9841-A478C03CD13D}"/>
                </a:ext>
              </a:extLst>
            </p:cNvPr>
            <p:cNvSpPr txBox="1"/>
            <p:nvPr/>
          </p:nvSpPr>
          <p:spPr>
            <a:xfrm>
              <a:off x="4866679" y="5069538"/>
              <a:ext cx="1484719" cy="2702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충돌 이벤트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6" name="그래픽 15">
              <a:extLst>
                <a:ext uri="{FF2B5EF4-FFF2-40B4-BE49-F238E27FC236}">
                  <a16:creationId xmlns:a16="http://schemas.microsoft.com/office/drawing/2014/main" id="{19C1770B-2828-FDCD-7EFD-D60EE99BF3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시작화면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3A68EE5-8EC7-44D3-CFAB-53C1D62F67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13934" y="1790126"/>
            <a:ext cx="4363059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061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D3F41102-56CF-5CB2-02A6-04B71715A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22" y="1807451"/>
            <a:ext cx="4048690" cy="3972479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0" y="6272942"/>
            <a:ext cx="12192000" cy="585057"/>
          </a:xfrm>
          <a:prstGeom prst="rect">
            <a:avLst/>
          </a:prstGeom>
        </p:spPr>
      </p:pic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BE3427A9-5E29-2B23-0F81-0B82E3F46010}"/>
              </a:ext>
            </a:extLst>
          </p:cNvPr>
          <p:cNvSpPr/>
          <p:nvPr/>
        </p:nvSpPr>
        <p:spPr>
          <a:xfrm>
            <a:off x="8134633" y="1983070"/>
            <a:ext cx="2016224" cy="684076"/>
          </a:xfrm>
          <a:prstGeom prst="wedgeRoundRectCallout">
            <a:avLst>
              <a:gd name="adj1" fmla="val -85922"/>
              <a:gd name="adj2" fmla="val 1093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기본 생명력 </a:t>
            </a:r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AE120668-9740-FF69-D695-8847C23C5875}"/>
              </a:ext>
            </a:extLst>
          </p:cNvPr>
          <p:cNvSpPr/>
          <p:nvPr/>
        </p:nvSpPr>
        <p:spPr>
          <a:xfrm>
            <a:off x="1336675" y="2280483"/>
            <a:ext cx="2180788" cy="684076"/>
          </a:xfrm>
          <a:prstGeom prst="wedgeRoundRectCallout">
            <a:avLst>
              <a:gd name="adj1" fmla="val 87515"/>
              <a:gd name="adj2" fmla="val -30796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총 </a:t>
            </a:r>
            <a:r>
              <a:rPr lang="en-US" altLang="ko-KR" dirty="0"/>
              <a:t>5</a:t>
            </a:r>
            <a:r>
              <a:rPr lang="ko-KR" altLang="en-US" dirty="0"/>
              <a:t>개의 스테이지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EB88333-B599-D22E-B0E3-CD6BB4C296A2}"/>
              </a:ext>
            </a:extLst>
          </p:cNvPr>
          <p:cNvSpPr/>
          <p:nvPr/>
        </p:nvSpPr>
        <p:spPr>
          <a:xfrm>
            <a:off x="8256240" y="4088314"/>
            <a:ext cx="2711130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벽돌을 모두 부시면 다음스테이지로 이동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8884165E-DEB0-ACF3-33CB-825BEB606D0B}"/>
              </a:ext>
            </a:extLst>
          </p:cNvPr>
          <p:cNvSpPr/>
          <p:nvPr/>
        </p:nvSpPr>
        <p:spPr>
          <a:xfrm>
            <a:off x="211309" y="5168674"/>
            <a:ext cx="3499718" cy="611256"/>
          </a:xfrm>
          <a:prstGeom prst="wedgeRoundRectCallout">
            <a:avLst>
              <a:gd name="adj1" fmla="val 109201"/>
              <a:gd name="adj2" fmla="val -13635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방향키로 좌 우 움직임만 가능</a:t>
            </a: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DDD4CB5F-B57A-C5B1-DDA8-9A135F25CF1C}"/>
              </a:ext>
            </a:extLst>
          </p:cNvPr>
          <p:cNvSpPr/>
          <p:nvPr/>
        </p:nvSpPr>
        <p:spPr>
          <a:xfrm>
            <a:off x="8387307" y="5049180"/>
            <a:ext cx="3207388" cy="1080119"/>
          </a:xfrm>
          <a:prstGeom prst="wedgeRoundRectCallout">
            <a:avLst>
              <a:gd name="adj1" fmla="val -120179"/>
              <a:gd name="adj2" fmla="val -42890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첫 시작 시 마우스 클릭으로 공을 날릴 방향을 정할 수 있음</a:t>
            </a: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B40802E1-CA05-178B-557B-F02FB525B01D}"/>
              </a:ext>
            </a:extLst>
          </p:cNvPr>
          <p:cNvSpPr/>
          <p:nvPr/>
        </p:nvSpPr>
        <p:spPr>
          <a:xfrm>
            <a:off x="421798" y="3641296"/>
            <a:ext cx="2914927" cy="1031909"/>
          </a:xfrm>
          <a:prstGeom prst="wedgeRoundRectCallout">
            <a:avLst>
              <a:gd name="adj1" fmla="val 116424"/>
              <a:gd name="adj2" fmla="val -166279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충돌 횟수와 생명력에 따라 획득 점수가 다름</a:t>
            </a:r>
          </a:p>
        </p:txBody>
      </p:sp>
    </p:spTree>
    <p:extLst>
      <p:ext uri="{BB962C8B-B14F-4D97-AF65-F5344CB8AC3E}">
        <p14:creationId xmlns:p14="http://schemas.microsoft.com/office/powerpoint/2010/main" val="2364759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9932366" cy="830997"/>
            <a:chOff x="376102" y="333243"/>
            <a:chExt cx="9932366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8846747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벡터연산과 오브젝트의 클래스화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7D09214-7FAC-FD07-A5B4-2B1EEFFDBA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171" y="1750756"/>
            <a:ext cx="3341574" cy="380248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95671EB-9BF9-09E5-E345-B8D87F7EDFDC}"/>
              </a:ext>
            </a:extLst>
          </p:cNvPr>
          <p:cNvSpPr/>
          <p:nvPr/>
        </p:nvSpPr>
        <p:spPr>
          <a:xfrm>
            <a:off x="274810" y="5595073"/>
            <a:ext cx="3369654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Vector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연산으로 직접 공의 움직임과 충돌을 구현하여 물리법칙을 적용시킴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D576345-58AE-00CC-97BB-5A9CDDA9B6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28457" y="1816880"/>
            <a:ext cx="3433712" cy="33677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C497904-0BA3-06A7-AB33-FEC3CF30DA6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94327" y="2296974"/>
            <a:ext cx="3172003" cy="163591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62B4838-C542-5026-80FC-CFADDDF2895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5736" y="4013576"/>
            <a:ext cx="2700715" cy="262926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43F3CF22-4DF2-82F4-8554-FC19B0EFB5FE}"/>
              </a:ext>
            </a:extLst>
          </p:cNvPr>
          <p:cNvSpPr/>
          <p:nvPr/>
        </p:nvSpPr>
        <p:spPr>
          <a:xfrm>
            <a:off x="8594805" y="4635129"/>
            <a:ext cx="3571049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오브젝트들의 클래스화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95474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6836022" cy="830997"/>
            <a:chOff x="376102" y="333243"/>
            <a:chExt cx="6836022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575040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벽돌의 생명력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32AF514-862C-C0CE-2C90-C7F34F58DB8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04165" y="1712285"/>
            <a:ext cx="4086795" cy="390579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4918CF5-C7D5-D355-5008-79DA8900B3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9758" y="2043489"/>
            <a:ext cx="3267531" cy="41915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C7BF37-A9F2-864C-7247-CFCE18DC9FE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5273" y="2686812"/>
            <a:ext cx="3362794" cy="35247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6684EC2-ADE1-E7C0-4EE0-0F50FF8073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73311" y="3236498"/>
            <a:ext cx="3362794" cy="4286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374ADB1-8C50-31DA-ABBD-CC0F6603373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1069" y="3919119"/>
            <a:ext cx="3124636" cy="4096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90447AA-B8A4-EB63-259C-A5B78EF88B4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30469" y="4545924"/>
            <a:ext cx="3248478" cy="323895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A9F5B4A-72BD-2DA3-FD24-DCAC9BE771F7}"/>
              </a:ext>
            </a:extLst>
          </p:cNvPr>
          <p:cNvSpPr/>
          <p:nvPr/>
        </p:nvSpPr>
        <p:spPr>
          <a:xfrm>
            <a:off x="6132964" y="5025455"/>
            <a:ext cx="508842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벽돌의 생명력 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= 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 번호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공이 벽돌의 생명력 만큼 충돌해야 파괴됨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7F4C92D-FC09-F126-988B-4A29683F23DC}"/>
              </a:ext>
            </a:extLst>
          </p:cNvPr>
          <p:cNvSpPr/>
          <p:nvPr/>
        </p:nvSpPr>
        <p:spPr>
          <a:xfrm>
            <a:off x="9575705" y="2006105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E6362D2-4906-F158-01A9-F5ECE94E824C}"/>
              </a:ext>
            </a:extLst>
          </p:cNvPr>
          <p:cNvSpPr/>
          <p:nvPr/>
        </p:nvSpPr>
        <p:spPr>
          <a:xfrm>
            <a:off x="9575705" y="2612223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2310716-ED50-7E34-476B-158AF4C45EB1}"/>
              </a:ext>
            </a:extLst>
          </p:cNvPr>
          <p:cNvSpPr/>
          <p:nvPr/>
        </p:nvSpPr>
        <p:spPr>
          <a:xfrm>
            <a:off x="9575705" y="3265073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933E10C-2E6D-DB96-2667-B41CE8DD36F1}"/>
              </a:ext>
            </a:extLst>
          </p:cNvPr>
          <p:cNvSpPr/>
          <p:nvPr/>
        </p:nvSpPr>
        <p:spPr>
          <a:xfrm>
            <a:off x="9575705" y="3899020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5B96D85-70A7-FA73-2417-164DD5C31279}"/>
              </a:ext>
            </a:extLst>
          </p:cNvPr>
          <p:cNvSpPr/>
          <p:nvPr/>
        </p:nvSpPr>
        <p:spPr>
          <a:xfrm>
            <a:off x="9575705" y="4500917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11105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아이템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6328534"/>
            <a:ext cx="12192000" cy="52946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2910119-75C6-E73C-D0BE-AAE4A83EA0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412" y="2030653"/>
            <a:ext cx="3781953" cy="394055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72DDFB0-7B14-6441-98CD-B2987DCF17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89303" y="1906917"/>
            <a:ext cx="4124901" cy="4082371"/>
          </a:xfrm>
          <a:prstGeom prst="rect">
            <a:avLst/>
          </a:prstGeom>
        </p:spPr>
      </p:pic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ADC02F6F-FAC8-572A-B8CD-977DE4CD2C9B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54328" y="2171353"/>
            <a:ext cx="4605549" cy="37088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180433A-CF02-72FE-2C0D-A068955B117E}"/>
              </a:ext>
            </a:extLst>
          </p:cNvPr>
          <p:cNvSpPr txBox="1"/>
          <p:nvPr/>
        </p:nvSpPr>
        <p:spPr>
          <a:xfrm>
            <a:off x="4582845" y="4317061"/>
            <a:ext cx="31760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빨간색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충돌발생시 </a:t>
            </a:r>
            <a:r>
              <a:rPr lang="en-US" altLang="ko-KR" dirty="0"/>
              <a:t>Life</a:t>
            </a:r>
            <a:r>
              <a:rPr lang="ko-KR" altLang="en-US" dirty="0"/>
              <a:t>를 </a:t>
            </a:r>
            <a:r>
              <a:rPr lang="en-US" altLang="ko-KR" dirty="0"/>
              <a:t>1 </a:t>
            </a:r>
            <a:r>
              <a:rPr lang="ko-KR" altLang="en-US" dirty="0"/>
              <a:t>회복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42EB31-E1F7-78FE-286E-59AA218088E6}"/>
              </a:ext>
            </a:extLst>
          </p:cNvPr>
          <p:cNvSpPr txBox="1"/>
          <p:nvPr/>
        </p:nvSpPr>
        <p:spPr>
          <a:xfrm>
            <a:off x="4595077" y="2881523"/>
            <a:ext cx="31760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00B0F0"/>
                </a:solidFill>
              </a:rPr>
              <a:t>파란색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충돌발생시 공의 위치를 초기상태로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93372F-A805-3A02-3107-F6F66FC95146}"/>
              </a:ext>
            </a:extLst>
          </p:cNvPr>
          <p:cNvSpPr txBox="1"/>
          <p:nvPr/>
        </p:nvSpPr>
        <p:spPr>
          <a:xfrm>
            <a:off x="2732474" y="6364040"/>
            <a:ext cx="7184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벽돌이 파괴될 때 일정확률로 랜덤의 아이템을 습득할 수 있음</a:t>
            </a:r>
          </a:p>
        </p:txBody>
      </p:sp>
    </p:spTree>
    <p:extLst>
      <p:ext uri="{BB962C8B-B14F-4D97-AF65-F5344CB8AC3E}">
        <p14:creationId xmlns:p14="http://schemas.microsoft.com/office/powerpoint/2010/main" val="3769606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옵션 </a:t>
              </a:r>
              <a:r>
                <a:rPr lang="ko-KR" altLang="en-US" sz="28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모달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491886"/>
            <a:ext cx="12192000" cy="36611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1D585DC6-CCA2-F2D2-C79C-9EBECC19F27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44892" y="1762527"/>
            <a:ext cx="4860621" cy="422757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E39F3C-0033-83CF-9838-C9F8B1EC5110}"/>
              </a:ext>
            </a:extLst>
          </p:cNvPr>
          <p:cNvSpPr/>
          <p:nvPr/>
        </p:nvSpPr>
        <p:spPr>
          <a:xfrm>
            <a:off x="7173028" y="4717500"/>
            <a:ext cx="3304110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-ESC </a:t>
            </a:r>
            <a:r>
              <a:rPr lang="ko-KR" altLang="en-US" sz="2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입력시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모달창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이벤트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공의 속도 조절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재시작 기능    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134403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종료 </a:t>
              </a:r>
              <a:r>
                <a:rPr lang="ko-KR" altLang="en-US" sz="28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모달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491886"/>
            <a:ext cx="12192000" cy="3661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E39F3C-0033-83CF-9838-C9F8B1EC5110}"/>
              </a:ext>
            </a:extLst>
          </p:cNvPr>
          <p:cNvSpPr/>
          <p:nvPr/>
        </p:nvSpPr>
        <p:spPr>
          <a:xfrm>
            <a:off x="7068108" y="5263559"/>
            <a:ext cx="453201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스테이지에서 모든 벽돌을 부셨을 시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최종 점수를 출력시키는 </a:t>
            </a:r>
            <a:r>
              <a:rPr lang="ko-KR" altLang="en-US" sz="20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모달창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317D534-F08B-197E-5528-1C9C42E54E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309" y="2304365"/>
            <a:ext cx="5849166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94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" y="-135396"/>
            <a:ext cx="12192000" cy="685800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E94AA3-A994-6AB2-870F-88DA16811E4D}"/>
              </a:ext>
            </a:extLst>
          </p:cNvPr>
          <p:cNvSpPr txBox="1"/>
          <p:nvPr/>
        </p:nvSpPr>
        <p:spPr>
          <a:xfrm>
            <a:off x="4223789" y="2708920"/>
            <a:ext cx="3744416" cy="1661993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Thank you!</a:t>
            </a:r>
            <a:endParaRPr lang="ko-KR" altLang="en-US" sz="4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380</Words>
  <Application>Microsoft Office PowerPoint</Application>
  <PresentationFormat>와이드스크린</PresentationFormat>
  <Paragraphs>119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맑은 고딕</vt:lpstr>
      <vt:lpstr>맑은 고딕 Semilight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경훈 김</cp:lastModifiedBy>
  <cp:revision>63</cp:revision>
  <dcterms:created xsi:type="dcterms:W3CDTF">2023-12-20T03:00:25Z</dcterms:created>
  <dcterms:modified xsi:type="dcterms:W3CDTF">2024-07-19T01:44:38Z</dcterms:modified>
</cp:coreProperties>
</file>