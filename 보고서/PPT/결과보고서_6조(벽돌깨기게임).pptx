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5" r:id="rId5"/>
    <p:sldId id="336" r:id="rId6"/>
    <p:sldId id="337" r:id="rId7"/>
    <p:sldId id="333" r:id="rId8"/>
    <p:sldId id="295" r:id="rId9"/>
    <p:sldId id="334" r:id="rId10"/>
    <p:sldId id="303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77" d="100"/>
          <a:sy n="77" d="100"/>
        </p:scale>
        <p:origin x="60" y="564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52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53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5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54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18" Type="http://schemas.openxmlformats.org/officeDocument/2006/relationships/image" Target="../media/image66.png"/><Relationship Id="rId3" Type="http://schemas.openxmlformats.org/officeDocument/2006/relationships/image" Target="../media/image36.svg"/><Relationship Id="rId7" Type="http://schemas.openxmlformats.org/officeDocument/2006/relationships/image" Target="../media/image57.svg"/><Relationship Id="rId12" Type="http://schemas.openxmlformats.org/officeDocument/2006/relationships/image" Target="../media/image62.png"/><Relationship Id="rId17" Type="http://schemas.openxmlformats.org/officeDocument/2006/relationships/image" Target="../media/image41.svg"/><Relationship Id="rId2" Type="http://schemas.openxmlformats.org/officeDocument/2006/relationships/image" Target="../media/image35.png"/><Relationship Id="rId16" Type="http://schemas.openxmlformats.org/officeDocument/2006/relationships/image" Target="../media/image40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39.svg"/><Relationship Id="rId15" Type="http://schemas.openxmlformats.org/officeDocument/2006/relationships/image" Target="../media/image65.svg"/><Relationship Id="rId10" Type="http://schemas.openxmlformats.org/officeDocument/2006/relationships/image" Target="../media/image60.png"/><Relationship Id="rId19" Type="http://schemas.openxmlformats.org/officeDocument/2006/relationships/image" Target="../media/image67.svg"/><Relationship Id="rId4" Type="http://schemas.openxmlformats.org/officeDocument/2006/relationships/image" Target="../media/image38.png"/><Relationship Id="rId9" Type="http://schemas.openxmlformats.org/officeDocument/2006/relationships/image" Target="../media/image59.svg"/><Relationship Id="rId14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36.svg"/><Relationship Id="rId7" Type="http://schemas.openxmlformats.org/officeDocument/2006/relationships/image" Target="../media/image70.svg"/><Relationship Id="rId12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74.svg"/><Relationship Id="rId5" Type="http://schemas.openxmlformats.org/officeDocument/2006/relationships/image" Target="../media/image69.svg"/><Relationship Id="rId10" Type="http://schemas.openxmlformats.org/officeDocument/2006/relationships/image" Target="../media/image73.png"/><Relationship Id="rId4" Type="http://schemas.openxmlformats.org/officeDocument/2006/relationships/image" Target="../media/image68.png"/><Relationship Id="rId9" Type="http://schemas.openxmlformats.org/officeDocument/2006/relationships/image" Target="../media/image7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0.svg"/><Relationship Id="rId4" Type="http://schemas.openxmlformats.org/officeDocument/2006/relationships/image" Target="../media/image7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시작화면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3A68EE5-8EC7-44D3-CFAB-53C1D62F67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73892" y="1846480"/>
            <a:ext cx="4363059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061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A602E46-094C-F113-285A-29E9299509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7364" y="1790126"/>
            <a:ext cx="4077269" cy="4375178"/>
          </a:xfrm>
          <a:prstGeom prst="rect">
            <a:avLst/>
          </a:prstGeom>
        </p:spPr>
      </p:pic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BE3427A9-5E29-2B23-0F81-0B82E3F46010}"/>
              </a:ext>
            </a:extLst>
          </p:cNvPr>
          <p:cNvSpPr/>
          <p:nvPr/>
        </p:nvSpPr>
        <p:spPr>
          <a:xfrm>
            <a:off x="8134633" y="1983070"/>
            <a:ext cx="2016224" cy="684076"/>
          </a:xfrm>
          <a:prstGeom prst="wedgeRoundRectCallout">
            <a:avLst>
              <a:gd name="adj1" fmla="val -76498"/>
              <a:gd name="adj2" fmla="val 14981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생명력 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AE120668-9740-FF69-D695-8847C23C5875}"/>
              </a:ext>
            </a:extLst>
          </p:cNvPr>
          <p:cNvSpPr/>
          <p:nvPr/>
        </p:nvSpPr>
        <p:spPr>
          <a:xfrm>
            <a:off x="1336675" y="2280483"/>
            <a:ext cx="2180788" cy="684076"/>
          </a:xfrm>
          <a:prstGeom prst="wedgeRoundRectCallout">
            <a:avLst>
              <a:gd name="adj1" fmla="val 87515"/>
              <a:gd name="adj2" fmla="val -30796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개의 스테이지</a:t>
            </a:r>
          </a:p>
        </p:txBody>
      </p:sp>
    </p:spTree>
    <p:extLst>
      <p:ext uri="{BB962C8B-B14F-4D97-AF65-F5344CB8AC3E}">
        <p14:creationId xmlns:p14="http://schemas.microsoft.com/office/powerpoint/2010/main" val="236475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아이템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328534"/>
            <a:ext cx="12192000" cy="529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2910119-75C6-E73C-D0BE-AAE4A83EA0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441" y="2741807"/>
            <a:ext cx="3781953" cy="34009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72DDFB0-7B14-6441-98CD-B2987DCF17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1508" y="1783765"/>
            <a:ext cx="4124901" cy="3543795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ADC02F6F-FAC8-572A-B8CD-977DE4CD2C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69096" y="2155127"/>
            <a:ext cx="3516710" cy="3176013"/>
          </a:xfrm>
          <a:prstGeom prst="bentConnector3">
            <a:avLst>
              <a:gd name="adj1" fmla="val 524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80433A-CF02-72FE-2C0D-A068955B117E}"/>
              </a:ext>
            </a:extLst>
          </p:cNvPr>
          <p:cNvSpPr txBox="1"/>
          <p:nvPr/>
        </p:nvSpPr>
        <p:spPr>
          <a:xfrm>
            <a:off x="4112468" y="5284821"/>
            <a:ext cx="3176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빨간색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</a:t>
            </a:r>
            <a:r>
              <a:rPr lang="en-US" altLang="ko-KR" dirty="0"/>
              <a:t>Life</a:t>
            </a:r>
            <a:r>
              <a:rPr lang="ko-KR" altLang="en-US" dirty="0"/>
              <a:t>를 </a:t>
            </a:r>
            <a:r>
              <a:rPr lang="en-US" altLang="ko-KR" dirty="0"/>
              <a:t>1 </a:t>
            </a:r>
            <a:r>
              <a:rPr lang="ko-KR" altLang="en-US" dirty="0"/>
              <a:t>회복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EB31-E1F7-78FE-286E-59AA218088E6}"/>
              </a:ext>
            </a:extLst>
          </p:cNvPr>
          <p:cNvSpPr txBox="1"/>
          <p:nvPr/>
        </p:nvSpPr>
        <p:spPr>
          <a:xfrm>
            <a:off x="4742745" y="2334148"/>
            <a:ext cx="3176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파란색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</a:t>
            </a:r>
            <a:r>
              <a:rPr lang="ko-KR" altLang="en-US"/>
              <a:t>충돌발생시 공의 위치를 초기상태로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960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 </a:t>
              </a:r>
              <a:r>
                <a:rPr lang="ko-KR" altLang="en-US" sz="1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07223"/>
              </p:ext>
            </p:extLst>
          </p:nvPr>
        </p:nvGraphicFramePr>
        <p:xfrm>
          <a:off x="524528" y="2528900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4453" y="5933673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2" y="4852693"/>
            <a:ext cx="3465999" cy="358636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283026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충돌 이벤트 로직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618281"/>
            <a:ext cx="4226492" cy="358636"/>
            <a:chOff x="4525872" y="5811259"/>
            <a:chExt cx="4226492" cy="358636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226312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4898656" y="5852537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0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108257" y="5176925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198394"/>
              </p:ext>
            </p:extLst>
          </p:nvPr>
        </p:nvGraphicFramePr>
        <p:xfrm>
          <a:off x="486867" y="1998019"/>
          <a:ext cx="11218265" cy="4739286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947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2242153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580620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1900720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39831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사전 기획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아이디어 선정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105131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설계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07/13(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기존에 개발된 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게임 참조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9924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07/15(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중간 점검 및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단위 테스트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6463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검수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07/20(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토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발표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07/22(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5502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07/12(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07/21(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11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1964" y="4910855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11824" y="2523959"/>
            <a:ext cx="2474844" cy="326913"/>
            <a:chOff x="4574111" y="3307757"/>
            <a:chExt cx="2474844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74844" cy="326913"/>
              <a:chOff x="4665551" y="3307757"/>
              <a:chExt cx="2474844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프로젝트 기획 및 주제 선정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21450" y="2523959"/>
            <a:ext cx="1446165" cy="326913"/>
            <a:chOff x="7383737" y="3307757"/>
            <a:chExt cx="1446165" cy="32691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57"/>
              <a:ext cx="1446165" cy="326913"/>
              <a:chOff x="4665551" y="3307757"/>
              <a:chExt cx="1446165" cy="32691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446165" cy="326913"/>
                <a:chOff x="4665552" y="3307757"/>
                <a:chExt cx="1548052" cy="358635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기획안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13686" y="3117826"/>
            <a:ext cx="1523570" cy="326913"/>
            <a:chOff x="4574111" y="3841157"/>
            <a:chExt cx="1523570" cy="326913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1" y="3841157"/>
              <a:ext cx="1523570" cy="326913"/>
              <a:chOff x="4665551" y="3307757"/>
              <a:chExt cx="1523570" cy="326913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521889" cy="326913"/>
                <a:chOff x="4665552" y="3307757"/>
                <a:chExt cx="1629111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20672"/>
                  <a:ext cx="1629111" cy="34572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4989097" y="3337956"/>
                <a:ext cx="12000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시나리오 설계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511824" y="3556320"/>
            <a:ext cx="1629902" cy="326913"/>
            <a:chOff x="7383738" y="3841157"/>
            <a:chExt cx="1716293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83738" y="3841157"/>
              <a:ext cx="1716293" cy="326913"/>
              <a:chOff x="4665552" y="3307757"/>
              <a:chExt cx="1716293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3"/>
                <a:chOff x="4665552" y="3307757"/>
                <a:chExt cx="1827181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36318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설계 내용 검토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6375532" y="4068280"/>
            <a:ext cx="2199309" cy="336631"/>
            <a:chOff x="4574109" y="4369794"/>
            <a:chExt cx="230608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09" y="4369794"/>
              <a:ext cx="2306088" cy="326913"/>
              <a:chOff x="4665549" y="3307757"/>
              <a:chExt cx="230608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49" y="3307757"/>
                <a:ext cx="2306088" cy="326913"/>
                <a:chOff x="4665552" y="3307757"/>
                <a:chExt cx="2468560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20671"/>
                  <a:ext cx="2468560" cy="345721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4986286" y="3345817"/>
                <a:ext cx="195965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및 움직임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8242C631-45F8-3662-3CF8-BE8F5D32547C}"/>
              </a:ext>
            </a:extLst>
          </p:cNvPr>
          <p:cNvGrpSpPr/>
          <p:nvPr/>
        </p:nvGrpSpPr>
        <p:grpSpPr>
          <a:xfrm>
            <a:off x="6346196" y="3113921"/>
            <a:ext cx="1884532" cy="327173"/>
            <a:chOff x="7383739" y="3825547"/>
            <a:chExt cx="1897100" cy="34253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B5DB3C48-810F-7A5A-ADB7-834AE28406E6}"/>
                </a:ext>
              </a:extLst>
            </p:cNvPr>
            <p:cNvGrpSpPr/>
            <p:nvPr/>
          </p:nvGrpSpPr>
          <p:grpSpPr>
            <a:xfrm>
              <a:off x="7383739" y="3825547"/>
              <a:ext cx="1897100" cy="342530"/>
              <a:chOff x="4665553" y="3292147"/>
              <a:chExt cx="1897100" cy="342530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1C146043-E563-D201-BACF-986E50C1C23D}"/>
                  </a:ext>
                </a:extLst>
              </p:cNvPr>
              <p:cNvGrpSpPr/>
              <p:nvPr/>
            </p:nvGrpSpPr>
            <p:grpSpPr>
              <a:xfrm>
                <a:off x="4665553" y="3292147"/>
                <a:ext cx="1876985" cy="342530"/>
                <a:chOff x="4665552" y="3290629"/>
                <a:chExt cx="2009224" cy="375767"/>
              </a:xfrm>
            </p:grpSpPr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853BF220-F87C-6D6B-8426-8AC9ABB05D71}"/>
                    </a:ext>
                  </a:extLst>
                </p:cNvPr>
                <p:cNvSpPr/>
                <p:nvPr/>
              </p:nvSpPr>
              <p:spPr>
                <a:xfrm>
                  <a:off x="4665552" y="3290629"/>
                  <a:ext cx="2009224" cy="37576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2598EBE6-3F88-7511-A366-A0D48539FA50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528727-10F9-9078-0813-76C3B420760D}"/>
                  </a:ext>
                </a:extLst>
              </p:cNvPr>
              <p:cNvSpPr txBox="1"/>
              <p:nvPr/>
            </p:nvSpPr>
            <p:spPr>
              <a:xfrm>
                <a:off x="4976946" y="3321056"/>
                <a:ext cx="158570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</a:t>
                </a:r>
                <a:r>
                  <a:rPr lang="en-US" altLang="ko-KR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&amp; UI</a:t>
                </a: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설계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E80BE666-D37D-5944-2B23-71D4035A9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5CEA0305-C272-5EB0-E1FD-DA7E66C98B4B}"/>
              </a:ext>
            </a:extLst>
          </p:cNvPr>
          <p:cNvGrpSpPr/>
          <p:nvPr/>
        </p:nvGrpSpPr>
        <p:grpSpPr>
          <a:xfrm>
            <a:off x="4511913" y="4095698"/>
            <a:ext cx="1629901" cy="326913"/>
            <a:chOff x="4574110" y="4369794"/>
            <a:chExt cx="1629901" cy="326913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7D16A07-BABB-F499-4E4E-4273DEB99216}"/>
                </a:ext>
              </a:extLst>
            </p:cNvPr>
            <p:cNvGrpSpPr/>
            <p:nvPr/>
          </p:nvGrpSpPr>
          <p:grpSpPr>
            <a:xfrm>
              <a:off x="4574110" y="4369794"/>
              <a:ext cx="1629901" cy="326913"/>
              <a:chOff x="4665550" y="3307757"/>
              <a:chExt cx="1629901" cy="326913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B080139A-94F3-742F-8DA9-8CB749AB257B}"/>
                  </a:ext>
                </a:extLst>
              </p:cNvPr>
              <p:cNvGrpSpPr/>
              <p:nvPr/>
            </p:nvGrpSpPr>
            <p:grpSpPr>
              <a:xfrm>
                <a:off x="4665550" y="3307757"/>
                <a:ext cx="1629901" cy="326913"/>
                <a:chOff x="4665552" y="3307757"/>
                <a:chExt cx="1744733" cy="358635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3E961F63-C96E-739D-7926-5B426964E060}"/>
                    </a:ext>
                  </a:extLst>
                </p:cNvPr>
                <p:cNvSpPr/>
                <p:nvPr/>
              </p:nvSpPr>
              <p:spPr>
                <a:xfrm>
                  <a:off x="4665552" y="3320672"/>
                  <a:ext cx="1744733" cy="34572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5DA7FC9D-2A3A-D612-4B36-3292184181D6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52A30A-EB8A-58DA-9629-A46F1EFD204C}"/>
                  </a:ext>
                </a:extLst>
              </p:cNvPr>
              <p:cNvSpPr txBox="1"/>
              <p:nvPr/>
            </p:nvSpPr>
            <p:spPr>
              <a:xfrm>
                <a:off x="5018659" y="3335426"/>
                <a:ext cx="1168781" cy="28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레이아웃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28" name="그래픽 27">
              <a:extLst>
                <a:ext uri="{FF2B5EF4-FFF2-40B4-BE49-F238E27FC236}">
                  <a16:creationId xmlns:a16="http://schemas.microsoft.com/office/drawing/2014/main" id="{495229F3-D8A3-8780-DC31-1D65CD4F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0E515F-FAA3-652E-D79F-73FAF74D8615}"/>
              </a:ext>
            </a:extLst>
          </p:cNvPr>
          <p:cNvGrpSpPr/>
          <p:nvPr/>
        </p:nvGrpSpPr>
        <p:grpSpPr>
          <a:xfrm>
            <a:off x="4514161" y="4567562"/>
            <a:ext cx="2601185" cy="336631"/>
            <a:chOff x="4574110" y="4360076"/>
            <a:chExt cx="2601185" cy="336631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5DCE585C-F5D5-6DB7-4C23-A903A4476E40}"/>
                </a:ext>
              </a:extLst>
            </p:cNvPr>
            <p:cNvGrpSpPr/>
            <p:nvPr/>
          </p:nvGrpSpPr>
          <p:grpSpPr>
            <a:xfrm>
              <a:off x="4574110" y="4360076"/>
              <a:ext cx="2601185" cy="336631"/>
              <a:chOff x="4665550" y="3298039"/>
              <a:chExt cx="2601185" cy="336631"/>
            </a:xfrm>
          </p:grpSpPr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67A24E0-E717-79CF-ED4F-D0FDBCC6BA13}"/>
                  </a:ext>
                </a:extLst>
              </p:cNvPr>
              <p:cNvGrpSpPr/>
              <p:nvPr/>
            </p:nvGrpSpPr>
            <p:grpSpPr>
              <a:xfrm>
                <a:off x="4665550" y="3298039"/>
                <a:ext cx="2601185" cy="336631"/>
                <a:chOff x="4665552" y="3297096"/>
                <a:chExt cx="2784447" cy="369296"/>
              </a:xfrm>
            </p:grpSpPr>
            <p:sp>
              <p:nvSpPr>
                <p:cNvPr id="40" name="사각형: 둥근 모서리 39">
                  <a:extLst>
                    <a:ext uri="{FF2B5EF4-FFF2-40B4-BE49-F238E27FC236}">
                      <a16:creationId xmlns:a16="http://schemas.microsoft.com/office/drawing/2014/main" id="{45A502A9-3FBD-37C3-4BC1-EF30A5297C2C}"/>
                    </a:ext>
                  </a:extLst>
                </p:cNvPr>
                <p:cNvSpPr/>
                <p:nvPr/>
              </p:nvSpPr>
              <p:spPr>
                <a:xfrm>
                  <a:off x="4665552" y="3297096"/>
                  <a:ext cx="2784447" cy="3692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6D04BCF7-0FA6-A7D2-9BCD-92AC00787234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0D6AD9-A5C0-D11A-1299-D41B1D77E7C9}"/>
                  </a:ext>
                </a:extLst>
              </p:cNvPr>
              <p:cNvSpPr txBox="1"/>
              <p:nvPr/>
            </p:nvSpPr>
            <p:spPr>
              <a:xfrm>
                <a:off x="5007261" y="3347025"/>
                <a:ext cx="205783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오브젝트 충돌 이벤트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36" name="그래픽 35">
              <a:extLst>
                <a:ext uri="{FF2B5EF4-FFF2-40B4-BE49-F238E27FC236}">
                  <a16:creationId xmlns:a16="http://schemas.microsoft.com/office/drawing/2014/main" id="{FBD859E8-C236-D364-53BC-07C961208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A82DF29C-76AE-FBC1-E315-D5473905C00D}"/>
              </a:ext>
            </a:extLst>
          </p:cNvPr>
          <p:cNvGrpSpPr/>
          <p:nvPr/>
        </p:nvGrpSpPr>
        <p:grpSpPr>
          <a:xfrm>
            <a:off x="7185614" y="4567567"/>
            <a:ext cx="1816744" cy="326294"/>
            <a:chOff x="4574109" y="4369794"/>
            <a:chExt cx="1736701" cy="326913"/>
          </a:xfrm>
        </p:grpSpPr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B0E0D9AB-D5F9-182A-8CAB-06021B482DB8}"/>
                </a:ext>
              </a:extLst>
            </p:cNvPr>
            <p:cNvGrpSpPr/>
            <p:nvPr/>
          </p:nvGrpSpPr>
          <p:grpSpPr>
            <a:xfrm>
              <a:off x="4574109" y="4369794"/>
              <a:ext cx="1736701" cy="326913"/>
              <a:chOff x="4665549" y="3307757"/>
              <a:chExt cx="1736701" cy="326913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685F89C1-C67F-5330-6654-67FFB4E1A6E6}"/>
                  </a:ext>
                </a:extLst>
              </p:cNvPr>
              <p:cNvGrpSpPr/>
              <p:nvPr/>
            </p:nvGrpSpPr>
            <p:grpSpPr>
              <a:xfrm>
                <a:off x="4665549" y="3307757"/>
                <a:ext cx="1735657" cy="326913"/>
                <a:chOff x="4665552" y="3307757"/>
                <a:chExt cx="1857940" cy="358635"/>
              </a:xfrm>
            </p:grpSpPr>
            <p:sp>
              <p:nvSpPr>
                <p:cNvPr id="69" name="사각형: 둥근 모서리 68">
                  <a:extLst>
                    <a:ext uri="{FF2B5EF4-FFF2-40B4-BE49-F238E27FC236}">
                      <a16:creationId xmlns:a16="http://schemas.microsoft.com/office/drawing/2014/main" id="{3C6E3FCD-98A8-C866-79F0-24467232BFCC}"/>
                    </a:ext>
                  </a:extLst>
                </p:cNvPr>
                <p:cNvSpPr/>
                <p:nvPr/>
              </p:nvSpPr>
              <p:spPr>
                <a:xfrm>
                  <a:off x="4665552" y="3318433"/>
                  <a:ext cx="1857940" cy="34795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DB1B82C5-A53E-AD0C-EABC-20C0C9EAC34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F0BFA41-E89D-79E9-C58C-3BA32ECF53B4}"/>
                  </a:ext>
                </a:extLst>
              </p:cNvPr>
              <p:cNvSpPr txBox="1"/>
              <p:nvPr/>
            </p:nvSpPr>
            <p:spPr>
              <a:xfrm>
                <a:off x="5007262" y="3317488"/>
                <a:ext cx="1394988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단위 테스트 수행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56" name="그래픽 55">
              <a:extLst>
                <a:ext uri="{FF2B5EF4-FFF2-40B4-BE49-F238E27FC236}">
                  <a16:creationId xmlns:a16="http://schemas.microsoft.com/office/drawing/2014/main" id="{EC60A2A1-C2CA-F82B-6AB8-F3363B0B5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D0DF8E0C-1ACE-42D0-A478-491ECB3BAEA8}"/>
              </a:ext>
            </a:extLst>
          </p:cNvPr>
          <p:cNvGrpSpPr/>
          <p:nvPr/>
        </p:nvGrpSpPr>
        <p:grpSpPr>
          <a:xfrm>
            <a:off x="4511825" y="5106326"/>
            <a:ext cx="1433803" cy="351900"/>
            <a:chOff x="4574111" y="4344143"/>
            <a:chExt cx="1370632" cy="352568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18FE3A4A-7192-A17A-8F64-3447DBF48D98}"/>
                </a:ext>
              </a:extLst>
            </p:cNvPr>
            <p:cNvGrpSpPr/>
            <p:nvPr/>
          </p:nvGrpSpPr>
          <p:grpSpPr>
            <a:xfrm>
              <a:off x="4574111" y="4344143"/>
              <a:ext cx="1370632" cy="352568"/>
              <a:chOff x="4665551" y="3282106"/>
              <a:chExt cx="1370632" cy="352568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F0E650CB-F796-D3BA-D785-6AD04FBC467C}"/>
                  </a:ext>
                </a:extLst>
              </p:cNvPr>
              <p:cNvGrpSpPr/>
              <p:nvPr/>
            </p:nvGrpSpPr>
            <p:grpSpPr>
              <a:xfrm>
                <a:off x="4665551" y="3282106"/>
                <a:ext cx="1370632" cy="352568"/>
                <a:chOff x="4665552" y="3279613"/>
                <a:chExt cx="1467197" cy="386779"/>
              </a:xfrm>
            </p:grpSpPr>
            <p:sp>
              <p:nvSpPr>
                <p:cNvPr id="96" name="사각형: 둥근 모서리 95">
                  <a:extLst>
                    <a:ext uri="{FF2B5EF4-FFF2-40B4-BE49-F238E27FC236}">
                      <a16:creationId xmlns:a16="http://schemas.microsoft.com/office/drawing/2014/main" id="{6843C4D1-753C-2A77-04D0-6C8E084AD97F}"/>
                    </a:ext>
                  </a:extLst>
                </p:cNvPr>
                <p:cNvSpPr/>
                <p:nvPr/>
              </p:nvSpPr>
              <p:spPr>
                <a:xfrm>
                  <a:off x="4665552" y="3279613"/>
                  <a:ext cx="1467197" cy="38677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CD85C976-A2AE-4BD0-3B58-08984D69940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B8143ED-3830-4585-9C9C-B47F6FC47099}"/>
                  </a:ext>
                </a:extLst>
              </p:cNvPr>
              <p:cNvSpPr txBox="1"/>
              <p:nvPr/>
            </p:nvSpPr>
            <p:spPr>
              <a:xfrm>
                <a:off x="5007262" y="3315670"/>
                <a:ext cx="1028920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통합 테스트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93" name="그래픽 92">
              <a:extLst>
                <a:ext uri="{FF2B5EF4-FFF2-40B4-BE49-F238E27FC236}">
                  <a16:creationId xmlns:a16="http://schemas.microsoft.com/office/drawing/2014/main" id="{14D1C4E5-C598-C24F-BE8F-51E019575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8B99EEB-D6DD-C355-04EC-F208A50E5B49}"/>
              </a:ext>
            </a:extLst>
          </p:cNvPr>
          <p:cNvGrpSpPr/>
          <p:nvPr/>
        </p:nvGrpSpPr>
        <p:grpSpPr>
          <a:xfrm>
            <a:off x="6066548" y="5120990"/>
            <a:ext cx="1608013" cy="328937"/>
            <a:chOff x="4574111" y="4367146"/>
            <a:chExt cx="1537166" cy="32956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5C94F4A0-FB3E-794E-57A7-85DEFF432E18}"/>
                </a:ext>
              </a:extLst>
            </p:cNvPr>
            <p:cNvGrpSpPr/>
            <p:nvPr/>
          </p:nvGrpSpPr>
          <p:grpSpPr>
            <a:xfrm>
              <a:off x="4574111" y="4367146"/>
              <a:ext cx="1537166" cy="329561"/>
              <a:chOff x="4665551" y="3305109"/>
              <a:chExt cx="1537166" cy="329561"/>
            </a:xfrm>
          </p:grpSpPr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8CF17807-1D51-8A5F-62CA-C59A9E127AE0}"/>
                  </a:ext>
                </a:extLst>
              </p:cNvPr>
              <p:cNvGrpSpPr/>
              <p:nvPr/>
            </p:nvGrpSpPr>
            <p:grpSpPr>
              <a:xfrm>
                <a:off x="4665551" y="3305109"/>
                <a:ext cx="1537166" cy="329561"/>
                <a:chOff x="4665552" y="3304852"/>
                <a:chExt cx="1645464" cy="361540"/>
              </a:xfrm>
            </p:grpSpPr>
            <p:sp>
              <p:nvSpPr>
                <p:cNvPr id="111" name="사각형: 둥근 모서리 110">
                  <a:extLst>
                    <a:ext uri="{FF2B5EF4-FFF2-40B4-BE49-F238E27FC236}">
                      <a16:creationId xmlns:a16="http://schemas.microsoft.com/office/drawing/2014/main" id="{D20DBA83-AD04-EAC1-4C21-0ED2B25C2165}"/>
                    </a:ext>
                  </a:extLst>
                </p:cNvPr>
                <p:cNvSpPr/>
                <p:nvPr/>
              </p:nvSpPr>
              <p:spPr>
                <a:xfrm>
                  <a:off x="4665552" y="3304852"/>
                  <a:ext cx="1645464" cy="3615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12" name="타원 111">
                  <a:extLst>
                    <a:ext uri="{FF2B5EF4-FFF2-40B4-BE49-F238E27FC236}">
                      <a16:creationId xmlns:a16="http://schemas.microsoft.com/office/drawing/2014/main" id="{39420E42-3A60-2DA8-A9D4-AF45E486722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E44313B0-CADC-1886-FA08-5FA189C06D33}"/>
                  </a:ext>
                </a:extLst>
              </p:cNvPr>
              <p:cNvSpPr txBox="1"/>
              <p:nvPr/>
            </p:nvSpPr>
            <p:spPr>
              <a:xfrm>
                <a:off x="5007260" y="3341970"/>
                <a:ext cx="1102739" cy="277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코드 </a:t>
                </a:r>
                <a:r>
                  <a:rPr lang="ko-KR" altLang="en-US" sz="1200" b="1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리팩토링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B18B697D-6967-9DEE-A998-39E33B1EC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4BA299E9-9A0A-A443-C696-C0230F1C4C1D}"/>
              </a:ext>
            </a:extLst>
          </p:cNvPr>
          <p:cNvGrpSpPr/>
          <p:nvPr/>
        </p:nvGrpSpPr>
        <p:grpSpPr>
          <a:xfrm>
            <a:off x="7817690" y="5130848"/>
            <a:ext cx="1855163" cy="328462"/>
            <a:chOff x="4574112" y="4367620"/>
            <a:chExt cx="1773427" cy="32908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3E778EFB-793E-AB6B-0D93-94520A790733}"/>
                </a:ext>
              </a:extLst>
            </p:cNvPr>
            <p:cNvGrpSpPr/>
            <p:nvPr/>
          </p:nvGrpSpPr>
          <p:grpSpPr>
            <a:xfrm>
              <a:off x="4574112" y="4367620"/>
              <a:ext cx="1773427" cy="329085"/>
              <a:chOff x="4665552" y="3305583"/>
              <a:chExt cx="1773427" cy="329085"/>
            </a:xfrm>
          </p:grpSpPr>
          <p:grpSp>
            <p:nvGrpSpPr>
              <p:cNvPr id="120" name="그룹 119">
                <a:extLst>
                  <a:ext uri="{FF2B5EF4-FFF2-40B4-BE49-F238E27FC236}">
                    <a16:creationId xmlns:a16="http://schemas.microsoft.com/office/drawing/2014/main" id="{1958AB4B-AC6D-1C5B-141F-4DC834BF08DD}"/>
                  </a:ext>
                </a:extLst>
              </p:cNvPr>
              <p:cNvGrpSpPr/>
              <p:nvPr/>
            </p:nvGrpSpPr>
            <p:grpSpPr>
              <a:xfrm>
                <a:off x="4665552" y="3305583"/>
                <a:ext cx="1735658" cy="329085"/>
                <a:chOff x="4665552" y="3305374"/>
                <a:chExt cx="1857940" cy="361018"/>
              </a:xfrm>
            </p:grpSpPr>
            <p:sp>
              <p:nvSpPr>
                <p:cNvPr id="122" name="사각형: 둥근 모서리 121">
                  <a:extLst>
                    <a:ext uri="{FF2B5EF4-FFF2-40B4-BE49-F238E27FC236}">
                      <a16:creationId xmlns:a16="http://schemas.microsoft.com/office/drawing/2014/main" id="{CB1FC8C9-20EB-D627-D04C-C409A5A4218D}"/>
                    </a:ext>
                  </a:extLst>
                </p:cNvPr>
                <p:cNvSpPr/>
                <p:nvPr/>
              </p:nvSpPr>
              <p:spPr>
                <a:xfrm>
                  <a:off x="4665553" y="3305374"/>
                  <a:ext cx="1857939" cy="36101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23" name="타원 122">
                  <a:extLst>
                    <a:ext uri="{FF2B5EF4-FFF2-40B4-BE49-F238E27FC236}">
                      <a16:creationId xmlns:a16="http://schemas.microsoft.com/office/drawing/2014/main" id="{E73E31E4-93C8-7228-A9AC-0EF7D451E27E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3BC61A-13D6-B3DA-54BB-1E626890214D}"/>
                  </a:ext>
                </a:extLst>
              </p:cNvPr>
              <p:cNvSpPr txBox="1"/>
              <p:nvPr/>
            </p:nvSpPr>
            <p:spPr>
              <a:xfrm>
                <a:off x="5007259" y="3341970"/>
                <a:ext cx="1431720" cy="27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오류 검토 및 수정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5" name="그래픽 114">
              <a:extLst>
                <a:ext uri="{FF2B5EF4-FFF2-40B4-BE49-F238E27FC236}">
                  <a16:creationId xmlns:a16="http://schemas.microsoft.com/office/drawing/2014/main" id="{F7EBE68A-E97C-F882-A876-BDCA0CB17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E64DE3B-640C-F36D-5694-EED0D09FE8FD}"/>
              </a:ext>
            </a:extLst>
          </p:cNvPr>
          <p:cNvGrpSpPr/>
          <p:nvPr/>
        </p:nvGrpSpPr>
        <p:grpSpPr>
          <a:xfrm>
            <a:off x="4513051" y="5760530"/>
            <a:ext cx="2455538" cy="328937"/>
            <a:chOff x="4574111" y="4367146"/>
            <a:chExt cx="2347351" cy="329561"/>
          </a:xfrm>
        </p:grpSpPr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0CD8D2EE-F2C4-062A-ACBA-C08F5D79A8EA}"/>
                </a:ext>
              </a:extLst>
            </p:cNvPr>
            <p:cNvGrpSpPr/>
            <p:nvPr/>
          </p:nvGrpSpPr>
          <p:grpSpPr>
            <a:xfrm>
              <a:off x="4574111" y="4367146"/>
              <a:ext cx="2347351" cy="329561"/>
              <a:chOff x="4665551" y="3305109"/>
              <a:chExt cx="2347351" cy="329561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C43A2DC2-E911-8D56-6903-520E31C21884}"/>
                  </a:ext>
                </a:extLst>
              </p:cNvPr>
              <p:cNvGrpSpPr/>
              <p:nvPr/>
            </p:nvGrpSpPr>
            <p:grpSpPr>
              <a:xfrm>
                <a:off x="4665551" y="3305109"/>
                <a:ext cx="2347351" cy="329561"/>
                <a:chOff x="4665552" y="3304852"/>
                <a:chExt cx="2512729" cy="361540"/>
              </a:xfrm>
            </p:grpSpPr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C34308-1CFA-9F0D-F035-7DEBDF8309B9}"/>
                    </a:ext>
                  </a:extLst>
                </p:cNvPr>
                <p:cNvSpPr/>
                <p:nvPr/>
              </p:nvSpPr>
              <p:spPr>
                <a:xfrm>
                  <a:off x="4665553" y="3304852"/>
                  <a:ext cx="2512728" cy="3615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30" name="타원 129">
                  <a:extLst>
                    <a:ext uri="{FF2B5EF4-FFF2-40B4-BE49-F238E27FC236}">
                      <a16:creationId xmlns:a16="http://schemas.microsoft.com/office/drawing/2014/main" id="{4EA679BB-87B1-1DF5-4609-D303818EA47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DC85D0E4-356C-F763-7CAD-B27149D4D010}"/>
                  </a:ext>
                </a:extLst>
              </p:cNvPr>
              <p:cNvSpPr txBox="1"/>
              <p:nvPr/>
            </p:nvSpPr>
            <p:spPr>
              <a:xfrm>
                <a:off x="5007258" y="3341970"/>
                <a:ext cx="2005643" cy="27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결과 보고서 및 발표지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26" name="그래픽 125">
              <a:extLst>
                <a:ext uri="{FF2B5EF4-FFF2-40B4-BE49-F238E27FC236}">
                  <a16:creationId xmlns:a16="http://schemas.microsoft.com/office/drawing/2014/main" id="{5C0B4D95-E252-F720-F8B2-10A2C6E28B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pic>
        <p:nvPicPr>
          <p:cNvPr id="116" name="그림 11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261" y="4695449"/>
            <a:ext cx="4602739" cy="2162551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28" name="_x387252440">
            <a:extLst>
              <a:ext uri="{FF2B5EF4-FFF2-40B4-BE49-F238E27FC236}">
                <a16:creationId xmlns:a16="http://schemas.microsoft.com/office/drawing/2014/main" id="{7130C8A2-B3C5-5FBA-AF52-B5EB9A6EA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49"/>
          <a:stretch>
            <a:fillRect/>
          </a:stretch>
        </p:blipFill>
        <p:spPr bwMode="auto">
          <a:xfrm>
            <a:off x="556322" y="2005833"/>
            <a:ext cx="6310193" cy="4166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 descr="텍스트, 스크린샷, 직사각형, 그래픽이(가) 표시된 사진&#10;&#10;자동 생성된 설명">
            <a:extLst>
              <a:ext uri="{FF2B5EF4-FFF2-40B4-BE49-F238E27FC236}">
                <a16:creationId xmlns:a16="http://schemas.microsoft.com/office/drawing/2014/main" id="{6842B82F-177D-DB82-5AF0-774402CCC6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2539" y="2005833"/>
            <a:ext cx="4292135" cy="435025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388</Words>
  <Application>Microsoft Office PowerPoint</Application>
  <PresentationFormat>와이드스크린</PresentationFormat>
  <Paragraphs>130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경훈 김</cp:lastModifiedBy>
  <cp:revision>51</cp:revision>
  <dcterms:created xsi:type="dcterms:W3CDTF">2023-12-20T03:00:25Z</dcterms:created>
  <dcterms:modified xsi:type="dcterms:W3CDTF">2024-07-19T00:52:55Z</dcterms:modified>
</cp:coreProperties>
</file>